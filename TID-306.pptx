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65" r:id="rId6"/>
    <p:sldId id="268" r:id="rId7"/>
    <p:sldId id="263" r:id="rId8"/>
    <p:sldId id="271" r:id="rId9"/>
    <p:sldId id="269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Noto Serif" panose="02020600060500020200" pitchFamily="18" charset="0"/>
      <p:regular r:id="rId16"/>
      <p:bold r:id="rId17"/>
      <p:italic r:id="rId18"/>
      <p:boldItalic r:id="rId19"/>
    </p:embeddedFont>
    <p:embeddedFont>
      <p:font typeface="Noto Serif Bold" panose="02020800060500020200" charset="0"/>
      <p:regular r:id="rId20"/>
    </p:embeddedFont>
    <p:embeddedFont>
      <p:font typeface="Noto Serif Medium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2C65D-0D6D-44E6-8430-9243E930604E}" v="13" dt="2026-09-30T09:09:01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444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ind Kushwaha 25scse1011126" userId="f320597f-9e68-4e21-b97f-19ee1d9881fc" providerId="ADAL" clId="{A3C98E06-093E-4754-9F17-84D705CB1F41}"/>
    <pc:docChg chg="undo redo custSel addSld delSld modSld sldOrd">
      <pc:chgData name="Govind Kushwaha 25scse1011126" userId="f320597f-9e68-4e21-b97f-19ee1d9881fc" providerId="ADAL" clId="{A3C98E06-093E-4754-9F17-84D705CB1F41}" dt="2026-09-08T09:09:19.388" v="83"/>
      <pc:docMkLst>
        <pc:docMk/>
      </pc:docMkLst>
      <pc:sldChg chg="addSp modSp">
        <pc:chgData name="Govind Kushwaha 25scse1011126" userId="f320597f-9e68-4e21-b97f-19ee1d9881fc" providerId="ADAL" clId="{A3C98E06-093E-4754-9F17-84D705CB1F41}" dt="2026-09-08T06:52:19.865" v="6"/>
        <pc:sldMkLst>
          <pc:docMk/>
          <pc:sldMk cId="0" sldId="256"/>
        </pc:sldMkLst>
        <pc:graphicFrameChg chg="add mod">
          <ac:chgData name="Govind Kushwaha 25scse1011126" userId="f320597f-9e68-4e21-b97f-19ee1d9881fc" providerId="ADAL" clId="{A3C98E06-093E-4754-9F17-84D705CB1F41}" dt="2026-09-08T06:52:19.865" v="6"/>
          <ac:graphicFrameMkLst>
            <pc:docMk/>
            <pc:sldMk cId="0" sldId="256"/>
            <ac:graphicFrameMk id="24" creationId="{D6BCFD24-3B6C-6254-4261-9C3BA37591B2}"/>
          </ac:graphicFrameMkLst>
        </pc:graphicFrameChg>
      </pc:sldChg>
      <pc:sldChg chg="addSp delSp mod">
        <pc:chgData name="Govind Kushwaha 25scse1011126" userId="f320597f-9e68-4e21-b97f-19ee1d9881fc" providerId="ADAL" clId="{A3C98E06-093E-4754-9F17-84D705CB1F41}" dt="2026-09-08T06:45:38.258" v="2" actId="478"/>
        <pc:sldMkLst>
          <pc:docMk/>
          <pc:sldMk cId="0" sldId="260"/>
        </pc:sldMkLst>
        <pc:picChg chg="add del">
          <ac:chgData name="Govind Kushwaha 25scse1011126" userId="f320597f-9e68-4e21-b97f-19ee1d9881fc" providerId="ADAL" clId="{A3C98E06-093E-4754-9F17-84D705CB1F41}" dt="2026-09-08T06:45:38.258" v="2" actId="478"/>
          <ac:picMkLst>
            <pc:docMk/>
            <pc:sldMk cId="0" sldId="260"/>
            <ac:picMk id="22" creationId="{00000000-0000-0000-0000-000000000000}"/>
          </ac:picMkLst>
        </pc:picChg>
      </pc:sldChg>
      <pc:sldChg chg="del">
        <pc:chgData name="Govind Kushwaha 25scse1011126" userId="f320597f-9e68-4e21-b97f-19ee1d9881fc" providerId="ADAL" clId="{A3C98E06-093E-4754-9F17-84D705CB1F41}" dt="2026-09-08T06:45:16.121" v="0" actId="47"/>
        <pc:sldMkLst>
          <pc:docMk/>
          <pc:sldMk cId="0" sldId="261"/>
        </pc:sldMkLst>
      </pc:sldChg>
      <pc:sldChg chg="add del">
        <pc:chgData name="Govind Kushwaha 25scse1011126" userId="f320597f-9e68-4e21-b97f-19ee1d9881fc" providerId="ADAL" clId="{A3C98E06-093E-4754-9F17-84D705CB1F41}" dt="2026-09-08T07:17:50.564" v="66" actId="47"/>
        <pc:sldMkLst>
          <pc:docMk/>
          <pc:sldMk cId="1978392364" sldId="263"/>
        </pc:sldMkLst>
      </pc:sldChg>
      <pc:sldChg chg="new del">
        <pc:chgData name="Govind Kushwaha 25scse1011126" userId="f320597f-9e68-4e21-b97f-19ee1d9881fc" providerId="ADAL" clId="{A3C98E06-093E-4754-9F17-84D705CB1F41}" dt="2026-09-08T06:51:35.923" v="4" actId="47"/>
        <pc:sldMkLst>
          <pc:docMk/>
          <pc:sldMk cId="406986378" sldId="266"/>
        </pc:sldMkLst>
      </pc:sldChg>
      <pc:sldChg chg="addSp delSp modSp new mod ord">
        <pc:chgData name="Govind Kushwaha 25scse1011126" userId="f320597f-9e68-4e21-b97f-19ee1d9881fc" providerId="ADAL" clId="{A3C98E06-093E-4754-9F17-84D705CB1F41}" dt="2026-09-08T09:09:19.388" v="83"/>
        <pc:sldMkLst>
          <pc:docMk/>
          <pc:sldMk cId="2559587329" sldId="266"/>
        </pc:sldMkLst>
        <pc:spChg chg="add del mod">
          <ac:chgData name="Govind Kushwaha 25scse1011126" userId="f320597f-9e68-4e21-b97f-19ee1d9881fc" providerId="ADAL" clId="{A3C98E06-093E-4754-9F17-84D705CB1F41}" dt="2026-09-08T07:17:58.987" v="75" actId="47"/>
          <ac:spMkLst>
            <pc:docMk/>
            <pc:sldMk cId="2559587329" sldId="266"/>
            <ac:spMk id="2" creationId="{10B9EB8E-EC58-66A1-6FD6-5BCAC41C8568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" creationId="{862EB60E-D967-46E5-0513-BDCFA5F0043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" creationId="{9B26A8EB-8801-D4EF-987B-59BD0304BF91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" creationId="{A43C20DE-B972-5C7B-2E7C-681431A48B2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6" creationId="{B3549F58-D9CD-E263-A7CF-21DECD335483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7" creationId="{6AC903E6-9BAB-A006-F5EB-809BBE83140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8" creationId="{9943C24A-EC0C-7BD4-605F-7F91891B7E5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9" creationId="{18313B0F-3B59-F9A4-29A7-75D311249D1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0" creationId="{531DBC85-2BF7-781C-21BA-440C8C3860BF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1" creationId="{1859DC90-6D1C-4CF7-1A6F-233105C8ED1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2" creationId="{7559F404-67E5-D5F7-C2D3-1B673FFC45C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3" creationId="{ECC19306-1A20-768F-EFB5-52102BE1281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4" creationId="{00711BF0-38F8-990C-F1E9-20C1223435C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5" creationId="{8931E9F2-79A4-0797-7E43-A544CBA1ED5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6" creationId="{A8713FC7-C616-F6FE-922F-18CEB9F92821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7" creationId="{B434BF87-6864-685E-4ACD-E32D70B761F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8" creationId="{2404EC4C-85AD-9453-E08A-A9C8C0D74C24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19" creationId="{28236F60-54AB-FFBD-FFB3-3583340DA16E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0" creationId="{6DA0B1C2-4A42-6EDD-B36D-B758B05694B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1" creationId="{97696D44-D23C-84C2-6D28-4E5D37F26C51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2" creationId="{5B91BD7E-3E37-F6BC-040F-5EF257B01FAE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3" creationId="{0C3DAA37-9A9E-B7C4-FC3E-6753A60D5E7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4" creationId="{6F02A36B-629A-5FDD-A625-0772C08958A8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5" creationId="{AC9C8CE9-ACE0-E223-91F5-8B82D549C82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6" creationId="{C449AFE0-2CA9-C936-491B-5B0DD2ECFEF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7" creationId="{28F18306-DFB2-BF79-EDA1-6BEB7CC8759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8" creationId="{7E79D116-3B1C-26D8-12FB-571358E6A4B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29" creationId="{FC081299-7F09-F089-2493-7D2810E96CE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0" creationId="{281C8C74-0C87-320B-AF53-D4271721726A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1" creationId="{CAD0CC63-D8AA-BAD3-033C-C85D029DAFC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2" creationId="{3C5C6BE7-7E7F-B7C2-92EF-9F22A5BE8FC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3" creationId="{27DAFDF7-B26E-61A6-1A29-FB9D045F565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4" creationId="{816843B4-8545-55F4-8817-F7497CA9871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5" creationId="{F2EF986F-9F9A-EB33-2C8F-489E70A5F05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6" creationId="{905F5D43-A8EA-186E-19E4-E732CF6F04D9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7" creationId="{262DBB94-1D62-BBE3-8E0F-9A0EC1015CE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8" creationId="{BB96638C-005E-FF7E-0C35-6854A4885DF2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39" creationId="{65F58495-A49B-8D35-8CA3-F7C4B80F006C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0" creationId="{452233AB-051D-F5C3-06A9-D3B88782F37E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1" creationId="{0AFB72BA-7C68-FCB0-3C1E-67713CD6055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2" creationId="{BDF21D42-48C5-EAC0-C560-0B00B888C63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3" creationId="{A9A2FC4C-53E8-62E3-B756-4FD0492800A5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4" creationId="{DDE0E1DC-FA2F-6183-F05C-9316EA1C284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45" creationId="{9470A9C0-8EAF-AB4B-5513-EE764A2390A0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5" creationId="{C55C064F-680A-0C2A-52F3-FCD342AEEF4D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6" creationId="{AF397084-0989-C4EF-D62D-863C10999F67}"/>
          </ac:spMkLst>
        </pc:spChg>
        <pc:spChg chg="add mod">
          <ac:chgData name="Govind Kushwaha 25scse1011126" userId="f320597f-9e68-4e21-b97f-19ee1d9881fc" providerId="ADAL" clId="{A3C98E06-093E-4754-9F17-84D705CB1F41}" dt="2026-09-08T06:56:25.479" v="13"/>
          <ac:spMkLst>
            <pc:docMk/>
            <pc:sldMk cId="2559587329" sldId="266"/>
            <ac:spMk id="57" creationId="{5B73335C-55BD-4FCA-30AA-2F2788E38CD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58" creationId="{A1348792-E301-AC31-320D-36B6A9007DB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59" creationId="{DFAB9B43-6B3B-3736-634B-1B018AE6885C}"/>
          </ac:spMkLst>
        </pc:spChg>
        <pc:spChg chg="add del mod">
          <ac:chgData name="Govind Kushwaha 25scse1011126" userId="f320597f-9e68-4e21-b97f-19ee1d9881fc" providerId="ADAL" clId="{A3C98E06-093E-4754-9F17-84D705CB1F41}" dt="2026-09-08T07:18:00.417" v="79" actId="6549"/>
          <ac:spMkLst>
            <pc:docMk/>
            <pc:sldMk cId="2559587329" sldId="266"/>
            <ac:spMk id="60" creationId="{C6D8D49A-C422-791D-6D2B-1682F16CA77B}"/>
          </ac:spMkLst>
        </pc:spChg>
        <pc:spChg chg="add del mod">
          <ac:chgData name="Govind Kushwaha 25scse1011126" userId="f320597f-9e68-4e21-b97f-19ee1d9881fc" providerId="ADAL" clId="{A3C98E06-093E-4754-9F17-84D705CB1F41}" dt="2026-09-08T07:17:58.472" v="73" actId="6549"/>
          <ac:spMkLst>
            <pc:docMk/>
            <pc:sldMk cId="2559587329" sldId="266"/>
            <ac:spMk id="61" creationId="{26AE6962-3FE2-32A6-E4D7-68029A72D66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2" creationId="{69271545-ADF5-554A-3E84-D46E81EEDD6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3" creationId="{7F24E08D-43C4-B9C8-89D5-AB82433BC23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4" creationId="{A12FB083-815A-B127-5E2C-7E5EF0BA730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5" creationId="{3150BBFE-3F52-874A-8BAF-7D7369DDAE38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6" creationId="{099050DD-208C-A0D4-5819-906E9FE8FEF5}"/>
          </ac:spMkLst>
        </pc:spChg>
        <pc:spChg chg="add mod">
          <ac:chgData name="Govind Kushwaha 25scse1011126" userId="f320597f-9e68-4e21-b97f-19ee1d9881fc" providerId="ADAL" clId="{A3C98E06-093E-4754-9F17-84D705CB1F41}" dt="2026-09-08T06:57:14.826" v="16" actId="255"/>
          <ac:spMkLst>
            <pc:docMk/>
            <pc:sldMk cId="2559587329" sldId="266"/>
            <ac:spMk id="67" creationId="{05D4A694-79C2-D1E5-1E2F-9E139AE5E01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8" creationId="{10AE293E-745D-0D8B-231D-B6B46828412B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69" creationId="{813F081D-BB26-2D82-061A-B5C99691C3CF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0" creationId="{8351396D-7043-A99F-672A-4B3A1AB2F67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1" creationId="{E458D0B4-719C-8EC1-E6AC-2B2080C15789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2" creationId="{6F9FA930-F77A-D7F0-C103-7E7A003127C1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3" creationId="{4DDF36D0-F71C-9838-97BD-C54DD393D730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4" creationId="{70656A59-FD2B-985A-9A5B-E42BA8721040}"/>
          </ac:spMkLst>
        </pc:spChg>
        <pc:spChg chg="add mod">
          <ac:chgData name="Govind Kushwaha 25scse1011126" userId="f320597f-9e68-4e21-b97f-19ee1d9881fc" providerId="ADAL" clId="{A3C98E06-093E-4754-9F17-84D705CB1F41}" dt="2026-09-08T06:57:25.491" v="17" actId="255"/>
          <ac:spMkLst>
            <pc:docMk/>
            <pc:sldMk cId="2559587329" sldId="266"/>
            <ac:spMk id="75" creationId="{3F3FCFF9-5077-7F1F-525E-4812A9A734CF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6" creationId="{0A85F32C-A18E-74B1-53EF-DF80CA86704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7" creationId="{556CA035-B8F3-FCDC-E7CF-612E76BC5DB1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78" creationId="{94442441-31BE-708E-F5C6-13E70F3C120A}"/>
          </ac:spMkLst>
        </pc:spChg>
        <pc:spChg chg="add mod">
          <ac:chgData name="Govind Kushwaha 25scse1011126" userId="f320597f-9e68-4e21-b97f-19ee1d9881fc" providerId="ADAL" clId="{A3C98E06-093E-4754-9F17-84D705CB1F41}" dt="2026-09-08T06:57:37.361" v="29" actId="20577"/>
          <ac:spMkLst>
            <pc:docMk/>
            <pc:sldMk cId="2559587329" sldId="266"/>
            <ac:spMk id="79" creationId="{5F189926-3EED-ADB5-3DEE-71F14ADCD7C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0" creationId="{B0878EAC-3D4F-D37B-F269-FF8F86C1A15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1" creationId="{F2B24B38-9A4B-207C-F449-A64E38CB01C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2" creationId="{276BA745-F4CE-C8B3-E9B9-EA1A20A72AE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3" creationId="{B9796B91-848F-B380-0B46-D5576FAB34C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4" creationId="{881566BD-C40A-533B-7476-FE3D54619D8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5" creationId="{A993668C-B16A-0115-BB4F-84798BB902D0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6" creationId="{89650B4F-83FE-A6E3-6136-29D89F4BEC5D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7" creationId="{53627595-8CE2-8A1A-CBB0-93AA3C1C922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8" creationId="{81F72181-A6FE-1B87-E848-15D8F8138ABF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89" creationId="{E83CEA78-5EB0-EA68-BDDF-5CEECD93F5F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0" creationId="{C5F09605-1372-846F-B150-A12BFB81367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1" creationId="{CBA8BEE1-144C-8336-37C1-30BB2F391CA3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2" creationId="{8E96869D-E88E-55E7-89EA-027477DACF6B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3" creationId="{C9F3A1D1-96F9-AD71-F303-EF0985770B13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4" creationId="{0A5D6247-CCFB-16A8-46E2-C1816D7A2801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5" creationId="{41474432-CC36-88E2-BC27-852E3C1F5989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6" creationId="{DC46CCB9-48F7-BFF2-FF67-2B41E70F9B7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7" creationId="{BAE4CA80-F415-5B09-4D3A-314F6E1FFC14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98" creationId="{0B73C888-C30F-C911-61F6-97608AF2DE87}"/>
          </ac:spMkLst>
        </pc:spChg>
        <pc:spChg chg="add mod">
          <ac:chgData name="Govind Kushwaha 25scse1011126" userId="f320597f-9e68-4e21-b97f-19ee1d9881fc" providerId="ADAL" clId="{A3C98E06-093E-4754-9F17-84D705CB1F41}" dt="2026-09-08T06:57:47.742" v="30" actId="255"/>
          <ac:spMkLst>
            <pc:docMk/>
            <pc:sldMk cId="2559587329" sldId="266"/>
            <ac:spMk id="99" creationId="{04C57C99-FAD6-58D1-78AC-E90D1F77B14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0" creationId="{6F0A942B-C904-8E21-8EB2-7E8B65EABAA2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1" creationId="{863D98B4-5CE4-2439-D1FA-C0A0C653BC89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2" creationId="{3F0708E8-0BC2-CA4A-9BD0-8D782BC9EDE6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3" creationId="{4B256D24-4C34-F256-E5CC-BB128D93CAB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4" creationId="{5614A9DB-B2D7-ADD3-E0BB-417EACD6647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5" creationId="{10304708-3680-C0A0-515A-E7012B95116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6" creationId="{0DF4F184-34AC-4722-D0BC-3D1E116A00AB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7" creationId="{92D4F455-ADE8-C5C1-9676-AF1533C57D0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8" creationId="{AFBC4BC9-5758-F46D-4A59-75138C41AF0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09" creationId="{372DB0F6-9660-DE3B-A3CA-B7FB346DB49E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10" creationId="{5D6143A6-CA6A-A941-0785-AB4CBB4DF9BC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11" creationId="{28C3A3DC-EFCE-C551-1C33-7864C2708325}"/>
          </ac:spMkLst>
        </pc:spChg>
        <pc:spChg chg="add mod">
          <ac:chgData name="Govind Kushwaha 25scse1011126" userId="f320597f-9e68-4e21-b97f-19ee1d9881fc" providerId="ADAL" clId="{A3C98E06-093E-4754-9F17-84D705CB1F41}" dt="2026-09-08T06:56:55.835" v="14"/>
          <ac:spMkLst>
            <pc:docMk/>
            <pc:sldMk cId="2559587329" sldId="266"/>
            <ac:spMk id="112" creationId="{61267937-1B4A-D0AF-F4B1-521C520E9B5B}"/>
          </ac:spMkLst>
        </pc:spChg>
        <pc:picChg chg="add mod">
          <ac:chgData name="Govind Kushwaha 25scse1011126" userId="f320597f-9e68-4e21-b97f-19ee1d9881fc" providerId="ADAL" clId="{A3C98E06-093E-4754-9F17-84D705CB1F41}" dt="2026-09-08T06:58:20.860" v="60"/>
          <ac:picMkLst>
            <pc:docMk/>
            <pc:sldMk cId="2559587329" sldId="266"/>
            <ac:picMk id="113" creationId="{377738A8-EF4F-5C90-F75C-B5AB9ECAC242}"/>
          </ac:picMkLst>
        </pc:pic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6" creationId="{A3C69460-9776-F8FB-55FE-39456D0E0530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7" creationId="{4D6CD4EE-8E79-499A-8ECF-BAF9854A0D23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8" creationId="{CD530EC1-4768-7485-3047-C5F838CD5C84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49" creationId="{0AA64D3F-5345-B777-13EC-4037CAF2B43D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0" creationId="{574E9800-64E0-8050-E926-9F704B05529A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1" creationId="{2C5DF984-14F1-8D14-5E37-FDC41EA82CD7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2" creationId="{507D67C7-CD3E-B36C-E7C9-B9226C9159C6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3" creationId="{34C2D993-BDF8-6309-37B8-DC69E64D1271}"/>
          </ac:cxnSpMkLst>
        </pc:cxnChg>
        <pc:cxnChg chg="add mod">
          <ac:chgData name="Govind Kushwaha 25scse1011126" userId="f320597f-9e68-4e21-b97f-19ee1d9881fc" providerId="ADAL" clId="{A3C98E06-093E-4754-9F17-84D705CB1F41}" dt="2026-09-08T06:56:25.479" v="13"/>
          <ac:cxnSpMkLst>
            <pc:docMk/>
            <pc:sldMk cId="2559587329" sldId="266"/>
            <ac:cxnSpMk id="54" creationId="{18513B85-95A3-B7B2-AF9B-CA1162031684}"/>
          </ac:cxnSpMkLst>
        </pc:cxnChg>
      </pc:sldChg>
    </pc:docChg>
  </pc:docChgLst>
  <pc:docChgLst>
    <pc:chgData name="Govind Kushwaha 25scse1011126" userId="f320597f-9e68-4e21-b97f-19ee1d9881fc" providerId="ADAL" clId="{DB82C65D-0D6D-44E6-8430-9243E930604E}"/>
    <pc:docChg chg="undo custSel addSld delSld modSld sldOrd">
      <pc:chgData name="Govind Kushwaha 25scse1011126" userId="f320597f-9e68-4e21-b97f-19ee1d9881fc" providerId="ADAL" clId="{DB82C65D-0D6D-44E6-8430-9243E930604E}" dt="2026-10-01T04:28:06.726" v="332" actId="20577"/>
      <pc:docMkLst>
        <pc:docMk/>
      </pc:docMkLst>
      <pc:sldChg chg="addSp delSp modSp mod">
        <pc:chgData name="Govind Kushwaha 25scse1011126" userId="f320597f-9e68-4e21-b97f-19ee1d9881fc" providerId="ADAL" clId="{DB82C65D-0D6D-44E6-8430-9243E930604E}" dt="2026-10-01T04:28:06.726" v="332" actId="20577"/>
        <pc:sldMkLst>
          <pc:docMk/>
          <pc:sldMk cId="0" sldId="256"/>
        </pc:sldMkLst>
        <pc:spChg chg="mod">
          <ac:chgData name="Govind Kushwaha 25scse1011126" userId="f320597f-9e68-4e21-b97f-19ee1d9881fc" providerId="ADAL" clId="{DB82C65D-0D6D-44E6-8430-9243E930604E}" dt="2026-10-01T04:28:06.726" v="332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1:47.232" v="137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1:45.223" v="136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21:02.225" v="283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0:45.836" v="124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1:55.210" v="13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2:00.584" v="139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2:59.125" v="185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3:03.130" v="188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10:50.077" v="125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ovind Kushwaha 25scse1011126" userId="f320597f-9e68-4e21-b97f-19ee1d9881fc" providerId="ADAL" clId="{DB82C65D-0D6D-44E6-8430-9243E930604E}" dt="2026-09-30T09:10:56.233" v="132" actId="20577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Govind Kushwaha 25scse1011126" userId="f320597f-9e68-4e21-b97f-19ee1d9881fc" providerId="ADAL" clId="{DB82C65D-0D6D-44E6-8430-9243E930604E}" dt="2026-10-01T04:04:21.945" v="308" actId="20577"/>
          <ac:spMkLst>
            <pc:docMk/>
            <pc:sldMk cId="0" sldId="256"/>
            <ac:spMk id="26" creationId="{D6938811-2E7B-5383-C093-4DF8690577E8}"/>
          </ac:spMkLst>
        </pc:spChg>
        <pc:picChg chg="mod">
          <ac:chgData name="Govind Kushwaha 25scse1011126" userId="f320597f-9e68-4e21-b97f-19ee1d9881fc" providerId="ADAL" clId="{DB82C65D-0D6D-44E6-8430-9243E930604E}" dt="2026-10-01T04:05:35.113" v="309" actId="1036"/>
          <ac:picMkLst>
            <pc:docMk/>
            <pc:sldMk cId="0" sldId="256"/>
            <ac:picMk id="16" creationId="{00000000-0000-0000-0000-000000000000}"/>
          </ac:picMkLst>
        </pc:picChg>
        <pc:picChg chg="del">
          <ac:chgData name="Govind Kushwaha 25scse1011126" userId="f320597f-9e68-4e21-b97f-19ee1d9881fc" providerId="ADAL" clId="{DB82C65D-0D6D-44E6-8430-9243E930604E}" dt="2026-09-30T08:27:44.934" v="2" actId="478"/>
          <ac:picMkLst>
            <pc:docMk/>
            <pc:sldMk cId="0" sldId="256"/>
            <ac:picMk id="25" creationId="{DD881B94-3610-01EB-114A-AC823B46EA8D}"/>
          </ac:picMkLst>
        </pc:picChg>
      </pc:sldChg>
      <pc:sldChg chg="del">
        <pc:chgData name="Govind Kushwaha 25scse1011126" userId="f320597f-9e68-4e21-b97f-19ee1d9881fc" providerId="ADAL" clId="{DB82C65D-0D6D-44E6-8430-9243E930604E}" dt="2026-09-30T08:25:24.541" v="1" actId="47"/>
        <pc:sldMkLst>
          <pc:docMk/>
          <pc:sldMk cId="0" sldId="260"/>
        </pc:sldMkLst>
      </pc:sldChg>
      <pc:sldChg chg="delSp del mod">
        <pc:chgData name="Govind Kushwaha 25scse1011126" userId="f320597f-9e68-4e21-b97f-19ee1d9881fc" providerId="ADAL" clId="{DB82C65D-0D6D-44E6-8430-9243E930604E}" dt="2026-09-30T08:50:15.983" v="81" actId="47"/>
        <pc:sldMkLst>
          <pc:docMk/>
          <pc:sldMk cId="0" sldId="262"/>
        </pc:sldMkLst>
        <pc:picChg chg="del">
          <ac:chgData name="Govind Kushwaha 25scse1011126" userId="f320597f-9e68-4e21-b97f-19ee1d9881fc" providerId="ADAL" clId="{DB82C65D-0D6D-44E6-8430-9243E930604E}" dt="2026-09-30T08:27:58.163" v="4" actId="478"/>
          <ac:picMkLst>
            <pc:docMk/>
            <pc:sldMk cId="0" sldId="262"/>
            <ac:picMk id="40" creationId="{A58853FD-F953-5D3A-2902-D85250677195}"/>
          </ac:picMkLst>
        </pc:picChg>
      </pc:sldChg>
      <pc:sldChg chg="ord">
        <pc:chgData name="Govind Kushwaha 25scse1011126" userId="f320597f-9e68-4e21-b97f-19ee1d9881fc" providerId="ADAL" clId="{DB82C65D-0D6D-44E6-8430-9243E930604E}" dt="2026-09-30T08:50:43.188" v="83"/>
        <pc:sldMkLst>
          <pc:docMk/>
          <pc:sldMk cId="1978392364" sldId="263"/>
        </pc:sldMkLst>
      </pc:sldChg>
      <pc:sldChg chg="delSp mod">
        <pc:chgData name="Govind Kushwaha 25scse1011126" userId="f320597f-9e68-4e21-b97f-19ee1d9881fc" providerId="ADAL" clId="{DB82C65D-0D6D-44E6-8430-9243E930604E}" dt="2026-09-30T08:27:48.688" v="3" actId="478"/>
        <pc:sldMkLst>
          <pc:docMk/>
          <pc:sldMk cId="656836082" sldId="265"/>
        </pc:sldMkLst>
        <pc:picChg chg="del">
          <ac:chgData name="Govind Kushwaha 25scse1011126" userId="f320597f-9e68-4e21-b97f-19ee1d9881fc" providerId="ADAL" clId="{DB82C65D-0D6D-44E6-8430-9243E930604E}" dt="2026-09-30T08:27:48.688" v="3" actId="478"/>
          <ac:picMkLst>
            <pc:docMk/>
            <pc:sldMk cId="656836082" sldId="265"/>
            <ac:picMk id="19" creationId="{B1EFD351-75CE-F5D6-8438-1E14EEF07052}"/>
          </ac:picMkLst>
        </pc:picChg>
      </pc:sldChg>
      <pc:sldChg chg="new del">
        <pc:chgData name="Govind Kushwaha 25scse1011126" userId="f320597f-9e68-4e21-b97f-19ee1d9881fc" providerId="ADAL" clId="{DB82C65D-0D6D-44E6-8430-9243E930604E}" dt="2026-09-30T08:28:10.819" v="6" actId="680"/>
        <pc:sldMkLst>
          <pc:docMk/>
          <pc:sldMk cId="100944718" sldId="266"/>
        </pc:sldMkLst>
      </pc:sldChg>
      <pc:sldChg chg="new del">
        <pc:chgData name="Govind Kushwaha 25scse1011126" userId="f320597f-9e68-4e21-b97f-19ee1d9881fc" providerId="ADAL" clId="{DB82C65D-0D6D-44E6-8430-9243E930604E}" dt="2026-09-30T08:28:20.437" v="10" actId="47"/>
        <pc:sldMkLst>
          <pc:docMk/>
          <pc:sldMk cId="280756420" sldId="266"/>
        </pc:sldMkLst>
      </pc:sldChg>
      <pc:sldChg chg="addSp delSp modSp new del mod">
        <pc:chgData name="Govind Kushwaha 25scse1011126" userId="f320597f-9e68-4e21-b97f-19ee1d9881fc" providerId="ADAL" clId="{DB82C65D-0D6D-44E6-8430-9243E930604E}" dt="2026-09-30T08:48:18.843" v="80" actId="47"/>
        <pc:sldMkLst>
          <pc:docMk/>
          <pc:sldMk cId="1544837613" sldId="266"/>
        </pc:sldMkLst>
        <pc:spChg chg="add mod">
          <ac:chgData name="Govind Kushwaha 25scse1011126" userId="f320597f-9e68-4e21-b97f-19ee1d9881fc" providerId="ADAL" clId="{DB82C65D-0D6D-44E6-8430-9243E930604E}" dt="2026-09-30T08:48:11.591" v="78"/>
          <ac:spMkLst>
            <pc:docMk/>
            <pc:sldMk cId="1544837613" sldId="266"/>
            <ac:spMk id="4" creationId="{08826C57-3701-367E-B195-7D1AC500ED72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6" creationId="{5971F2FD-42A7-7770-1D0B-ABEC57826336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7" creationId="{594B5345-AA8D-34D0-2571-82BA2B59697D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8" creationId="{62E7765F-C627-09AC-083D-7DAE1592A4B0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9" creationId="{B4D4EEBF-A2FA-306A-9E60-8831EEB05956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0" creationId="{A6B3C236-24B5-AC3B-8B22-2FD7B724B64E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1" creationId="{AD67476A-7E9D-9153-A829-2952AC93EDB8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2" creationId="{BE01280C-89E5-4C26-24D8-CD77DFD02675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3" creationId="{AC0B897F-CA60-730D-8588-B9BF3F663F40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4" creationId="{3AB8D83F-9B06-4B04-3693-E936F9C389BF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5" creationId="{E2A87001-E189-BA86-55D0-8836966E88F9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6" creationId="{DD59DEC1-87F5-9D2F-D882-032D40CE28AE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7" creationId="{2776C5A5-4279-C4E2-105B-223B0D61BBAF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8" creationId="{570DA019-E48C-3791-9CDE-337600BC654B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19" creationId="{8EF6933D-F587-8D20-3D65-3CA3C4BC2D24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0" creationId="{7ED937D1-CDEA-A277-1954-0DA5F7CD6B0F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1" creationId="{6BDE55AE-A48A-8F94-A758-E1C66F5799C3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2" creationId="{AC8311FE-8D25-3A96-1FB3-AE9F41414A3D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3" creationId="{78736934-0363-4056-6351-87DCD2F7A4FC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4" creationId="{B4DA7111-7C93-A8D7-2661-6E8005971814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5" creationId="{6EC1498D-E8B3-6FD6-B2B6-0E2CA1AB745C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6" creationId="{F5FF09B7-455A-173B-ED6D-18AD91E3015E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7" creationId="{F9A073AC-DB47-FEF9-80C9-88F85F2D3995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8" creationId="{A19174B4-2952-3D56-7B0D-853D1A46FDFA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29" creationId="{4FAE9179-7963-1D85-73C1-713F8A0D11E8}"/>
          </ac:spMkLst>
        </pc:spChg>
        <pc:spChg chg="add mod">
          <ac:chgData name="Govind Kushwaha 25scse1011126" userId="f320597f-9e68-4e21-b97f-19ee1d9881fc" providerId="ADAL" clId="{DB82C65D-0D6D-44E6-8430-9243E930604E}" dt="2026-09-30T08:32:45.767" v="24" actId="207"/>
          <ac:spMkLst>
            <pc:docMk/>
            <pc:sldMk cId="1544837613" sldId="266"/>
            <ac:spMk id="30" creationId="{EE0BFC55-D3D4-6B06-A142-D9A47A97EE9F}"/>
          </ac:spMkLst>
        </pc:spChg>
        <pc:graphicFrameChg chg="add del mod">
          <ac:chgData name="Govind Kushwaha 25scse1011126" userId="f320597f-9e68-4e21-b97f-19ee1d9881fc" providerId="ADAL" clId="{DB82C65D-0D6D-44E6-8430-9243E930604E}" dt="2026-09-30T08:30:49.503" v="17" actId="478"/>
          <ac:graphicFrameMkLst>
            <pc:docMk/>
            <pc:sldMk cId="1544837613" sldId="266"/>
            <ac:graphicFrameMk id="2" creationId="{B7B020D8-015B-A2A6-C127-5470624D806C}"/>
          </ac:graphicFrameMkLst>
        </pc:graphicFrameChg>
        <pc:graphicFrameChg chg="add del mod">
          <ac:chgData name="Govind Kushwaha 25scse1011126" userId="f320597f-9e68-4e21-b97f-19ee1d9881fc" providerId="ADAL" clId="{DB82C65D-0D6D-44E6-8430-9243E930604E}" dt="2026-09-30T08:30:46.979" v="16" actId="478"/>
          <ac:graphicFrameMkLst>
            <pc:docMk/>
            <pc:sldMk cId="1544837613" sldId="266"/>
            <ac:graphicFrameMk id="3" creationId="{72B6DE7B-C772-AF2E-4A40-8FE28F1799DA}"/>
          </ac:graphicFrameMkLst>
        </pc:graphicFrameChg>
        <pc:graphicFrameChg chg="add del mod">
          <ac:chgData name="Govind Kushwaha 25scse1011126" userId="f320597f-9e68-4e21-b97f-19ee1d9881fc" providerId="ADAL" clId="{DB82C65D-0D6D-44E6-8430-9243E930604E}" dt="2026-09-30T08:32:36.366" v="22" actId="478"/>
          <ac:graphicFrameMkLst>
            <pc:docMk/>
            <pc:sldMk cId="1544837613" sldId="266"/>
            <ac:graphicFrameMk id="5" creationId="{9C56CC27-8769-1BAA-9E86-5B1C4E209D6D}"/>
          </ac:graphicFrameMkLst>
        </pc:graphicFrameChg>
      </pc:sldChg>
      <pc:sldChg chg="del">
        <pc:chgData name="Govind Kushwaha 25scse1011126" userId="f320597f-9e68-4e21-b97f-19ee1d9881fc" providerId="ADAL" clId="{DB82C65D-0D6D-44E6-8430-9243E930604E}" dt="2026-09-30T08:24:44.055" v="0" actId="47"/>
        <pc:sldMkLst>
          <pc:docMk/>
          <pc:sldMk cId="2559587329" sldId="266"/>
        </pc:sldMkLst>
      </pc:sldChg>
      <pc:sldChg chg="new del">
        <pc:chgData name="Govind Kushwaha 25scse1011126" userId="f320597f-9e68-4e21-b97f-19ee1d9881fc" providerId="ADAL" clId="{DB82C65D-0D6D-44E6-8430-9243E930604E}" dt="2026-09-30T08:28:19.062" v="9" actId="47"/>
        <pc:sldMkLst>
          <pc:docMk/>
          <pc:sldMk cId="1638488710" sldId="267"/>
        </pc:sldMkLst>
      </pc:sldChg>
      <pc:sldChg chg="addSp new del">
        <pc:chgData name="Govind Kushwaha 25scse1011126" userId="f320597f-9e68-4e21-b97f-19ee1d9881fc" providerId="ADAL" clId="{DB82C65D-0D6D-44E6-8430-9243E930604E}" dt="2026-09-30T09:01:55.496" v="89" actId="47"/>
        <pc:sldMkLst>
          <pc:docMk/>
          <pc:sldMk cId="2749972473" sldId="267"/>
        </pc:sldMkLst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" creationId="{A64A1D80-0812-DBF5-BC8B-18C876203698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3" creationId="{CD502818-F51C-A043-E18D-DD5849608FD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4" creationId="{4BDA4768-91E7-E8F3-504F-ADD8053F07F8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5" creationId="{68540E0D-0D06-A832-6DA5-E9342852BEA3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6" creationId="{955E0333-6C53-8CC2-006A-BB9BCC684A92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7" creationId="{C41298B6-9170-7BFF-E3A5-CE32DAD4174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8" creationId="{0568536F-5B04-C657-5CDE-4E305DA317AB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9" creationId="{72B63552-8FD4-05ED-BFA9-13EA0F78143D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0" creationId="{565F5B25-3538-F441-10B5-59D5A5EAA668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1" creationId="{05DB57A3-2A62-8FA7-19E8-3B2D0226FE5F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2" creationId="{493D9543-B692-18C5-4813-554C2FDA4584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3" creationId="{EB87A44A-5663-22D9-081A-D8FC6A2BDC63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4" creationId="{A19894DA-792C-28DA-DC18-DAECC7696D2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5" creationId="{9B07E57F-023D-B348-899F-B8C275DC34EF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6" creationId="{FAB7F41A-D09D-9F82-4239-6005C6B32C8D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7" creationId="{E311A22A-210E-32B2-166E-8F2ED832CE30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8" creationId="{9AFDEC93-2098-0562-835D-E3A2E619B0E0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19" creationId="{4C84D938-ADFC-0DBF-C142-C1969AFC0DF4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0" creationId="{A0B15136-D10A-11B2-944A-F641A4B0ED3B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1" creationId="{44358B87-7F90-5087-A6AE-5F3F793A25AC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2" creationId="{6C63ECBC-BC7C-FB4B-2AA5-1EE5167B05A6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3" creationId="{2A279484-6E91-1425-B611-45FCB768914D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4" creationId="{643E6E8C-05A5-6C82-CD4D-FF9C531052BE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5" creationId="{CDF116F5-941F-04CF-7792-6931232E0DAF}"/>
          </ac:spMkLst>
        </pc:spChg>
        <pc:spChg chg="add">
          <ac:chgData name="Govind Kushwaha 25scse1011126" userId="f320597f-9e68-4e21-b97f-19ee1d9881fc" providerId="ADAL" clId="{DB82C65D-0D6D-44E6-8430-9243E930604E}" dt="2026-09-30T08:33:06.534" v="26"/>
          <ac:spMkLst>
            <pc:docMk/>
            <pc:sldMk cId="2749972473" sldId="267"/>
            <ac:spMk id="26" creationId="{32E6464C-82E6-7074-8A9C-D96DEE7AC962}"/>
          </ac:spMkLst>
        </pc:spChg>
      </pc:sldChg>
      <pc:sldChg chg="delSp add mod">
        <pc:chgData name="Govind Kushwaha 25scse1011126" userId="f320597f-9e68-4e21-b97f-19ee1d9881fc" providerId="ADAL" clId="{DB82C65D-0D6D-44E6-8430-9243E930604E}" dt="2026-09-30T08:51:02.227" v="87" actId="478"/>
        <pc:sldMkLst>
          <pc:docMk/>
          <pc:sldMk cId="0" sldId="268"/>
        </pc:sldMkLst>
        <pc:spChg chg="del">
          <ac:chgData name="Govind Kushwaha 25scse1011126" userId="f320597f-9e68-4e21-b97f-19ee1d9881fc" providerId="ADAL" clId="{DB82C65D-0D6D-44E6-8430-9243E930604E}" dt="2026-09-30T08:50:55.604" v="85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8:50:52.462" v="84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8:51:02.227" v="87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8:50:58.210" v="86" actId="478"/>
          <ac:spMkLst>
            <pc:docMk/>
            <pc:sldMk cId="0" sldId="268"/>
            <ac:spMk id="16" creationId="{00000000-0000-0000-0000-000000000000}"/>
          </ac:spMkLst>
        </pc:spChg>
      </pc:sldChg>
      <pc:sldChg chg="delSp modSp add mod ord">
        <pc:chgData name="Govind Kushwaha 25scse1011126" userId="f320597f-9e68-4e21-b97f-19ee1d9881fc" providerId="ADAL" clId="{DB82C65D-0D6D-44E6-8430-9243E930604E}" dt="2026-09-30T09:09:07.368" v="117"/>
        <pc:sldMkLst>
          <pc:docMk/>
          <pc:sldMk cId="0" sldId="269"/>
        </pc:sldMkLst>
        <pc:spChg chg="del">
          <ac:chgData name="Govind Kushwaha 25scse1011126" userId="f320597f-9e68-4e21-b97f-19ee1d9881fc" providerId="ADAL" clId="{DB82C65D-0D6D-44E6-8430-9243E930604E}" dt="2026-09-30T09:02:18.710" v="97" actId="478"/>
          <ac:spMkLst>
            <pc:docMk/>
            <pc:sldMk cId="0" sldId="269"/>
            <ac:spMk id="15" creationId="{00000000-0000-0000-0000-000000000000}"/>
          </ac:spMkLst>
        </pc:spChg>
        <pc:spChg chg="del mod">
          <ac:chgData name="Govind Kushwaha 25scse1011126" userId="f320597f-9e68-4e21-b97f-19ee1d9881fc" providerId="ADAL" clId="{DB82C65D-0D6D-44E6-8430-9243E930604E}" dt="2026-09-30T09:02:17.439" v="96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2:20.337" v="98" actId="478"/>
          <ac:spMkLst>
            <pc:docMk/>
            <pc:sldMk cId="0" sldId="269"/>
            <ac:spMk id="17" creationId="{00000000-0000-0000-0000-000000000000}"/>
          </ac:spMkLst>
        </pc:spChg>
        <pc:spChg chg="del mod">
          <ac:chgData name="Govind Kushwaha 25scse1011126" userId="f320597f-9e68-4e21-b97f-19ee1d9881fc" providerId="ADAL" clId="{DB82C65D-0D6D-44E6-8430-9243E930604E}" dt="2026-09-30T09:02:29.074" v="112"/>
          <ac:spMkLst>
            <pc:docMk/>
            <pc:sldMk cId="0" sldId="269"/>
            <ac:spMk id="18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2:30.383" v="113" actId="478"/>
          <ac:spMkLst>
            <pc:docMk/>
            <pc:sldMk cId="0" sldId="269"/>
            <ac:spMk id="21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2:29.059" v="110" actId="478"/>
          <ac:spMkLst>
            <pc:docMk/>
            <pc:sldMk cId="0" sldId="269"/>
            <ac:spMk id="22" creationId="{00000000-0000-0000-0000-000000000000}"/>
          </ac:spMkLst>
        </pc:spChg>
      </pc:sldChg>
      <pc:sldChg chg="new del">
        <pc:chgData name="Govind Kushwaha 25scse1011126" userId="f320597f-9e68-4e21-b97f-19ee1d9881fc" providerId="ADAL" clId="{DB82C65D-0D6D-44E6-8430-9243E930604E}" dt="2026-09-30T09:09:03.341" v="115" actId="47"/>
        <pc:sldMkLst>
          <pc:docMk/>
          <pc:sldMk cId="3120102814" sldId="270"/>
        </pc:sldMkLst>
      </pc:sldChg>
      <pc:sldChg chg="delSp modSp add mod">
        <pc:chgData name="Govind Kushwaha 25scse1011126" userId="f320597f-9e68-4e21-b97f-19ee1d9881fc" providerId="ADAL" clId="{DB82C65D-0D6D-44E6-8430-9243E930604E}" dt="2026-09-30T09:09:23.594" v="123" actId="478"/>
        <pc:sldMkLst>
          <pc:docMk/>
          <pc:sldMk cId="0" sldId="271"/>
        </pc:sldMkLst>
        <pc:spChg chg="del">
          <ac:chgData name="Govind Kushwaha 25scse1011126" userId="f320597f-9e68-4e21-b97f-19ee1d9881fc" providerId="ADAL" clId="{DB82C65D-0D6D-44E6-8430-9243E930604E}" dt="2026-09-30T09:09:23.594" v="123" actId="478"/>
          <ac:spMkLst>
            <pc:docMk/>
            <pc:sldMk cId="0" sldId="271"/>
            <ac:spMk id="15" creationId="{00000000-0000-0000-0000-000000000000}"/>
          </ac:spMkLst>
        </pc:spChg>
        <pc:spChg chg="del mod">
          <ac:chgData name="Govind Kushwaha 25scse1011126" userId="f320597f-9e68-4e21-b97f-19ee1d9881fc" providerId="ADAL" clId="{DB82C65D-0D6D-44E6-8430-9243E930604E}" dt="2026-09-30T09:09:21.257" v="122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9:14.190" v="119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Govind Kushwaha 25scse1011126" userId="f320597f-9e68-4e21-b97f-19ee1d9881fc" providerId="ADAL" clId="{DB82C65D-0D6D-44E6-8430-9243E930604E}" dt="2026-09-30T09:09:12.886" v="118" actId="478"/>
          <ac:spMkLst>
            <pc:docMk/>
            <pc:sldMk cId="0" sldId="271"/>
            <ac:spMk id="18" creationId="{00000000-0000-0000-0000-000000000000}"/>
          </ac:spMkLst>
        </pc:spChg>
      </pc:sldChg>
    </pc:docChg>
  </pc:docChgLst>
  <pc:docChgLst>
    <pc:chgData name="Govind Kushwaha 25scse1011126" userId="f320597f-9e68-4e21-b97f-19ee1d9881fc" providerId="ADAL" clId="{6E0E2221-BE2A-460F-863C-81A1BF3701FC}"/>
    <pc:docChg chg="modSld">
      <pc:chgData name="Govind Kushwaha 25scse1011126" userId="f320597f-9e68-4e21-b97f-19ee1d9881fc" providerId="ADAL" clId="{6E0E2221-BE2A-460F-863C-81A1BF3701FC}" dt="2026-09-07T08:57:58.586" v="25" actId="1076"/>
      <pc:docMkLst>
        <pc:docMk/>
      </pc:docMkLst>
      <pc:sldChg chg="addSp delSp modSp mod">
        <pc:chgData name="Govind Kushwaha 25scse1011126" userId="f320597f-9e68-4e21-b97f-19ee1d9881fc" providerId="ADAL" clId="{6E0E2221-BE2A-460F-863C-81A1BF3701FC}" dt="2026-09-07T08:56:52.382" v="14"/>
        <pc:sldMkLst>
          <pc:docMk/>
          <pc:sldMk cId="0" sldId="256"/>
        </pc:sldMkLst>
        <pc:spChg chg="add del mod">
          <ac:chgData name="Govind Kushwaha 25scse1011126" userId="f320597f-9e68-4e21-b97f-19ee1d9881fc" providerId="ADAL" clId="{6E0E2221-BE2A-460F-863C-81A1BF3701FC}" dt="2026-09-07T08:56:52.382" v="14"/>
          <ac:spMkLst>
            <pc:docMk/>
            <pc:sldMk cId="0" sldId="256"/>
            <ac:spMk id="24" creationId="{2ED762B8-DB7C-4419-75C3-52012DDBEF60}"/>
          </ac:spMkLst>
        </pc:spChg>
        <pc:picChg chg="add mod">
          <ac:chgData name="Govind Kushwaha 25scse1011126" userId="f320597f-9e68-4e21-b97f-19ee1d9881fc" providerId="ADAL" clId="{6E0E2221-BE2A-460F-863C-81A1BF3701FC}" dt="2026-09-07T08:56:50.317" v="12" actId="1076"/>
          <ac:picMkLst>
            <pc:docMk/>
            <pc:sldMk cId="0" sldId="256"/>
            <ac:picMk id="25" creationId="{DD881B94-3610-01EB-114A-AC823B46EA8D}"/>
          </ac:picMkLst>
        </pc:picChg>
      </pc:sldChg>
      <pc:sldChg chg="addSp modSp mod modTransition">
        <pc:chgData name="Govind Kushwaha 25scse1011126" userId="f320597f-9e68-4e21-b97f-19ee1d9881fc" providerId="ADAL" clId="{6E0E2221-BE2A-460F-863C-81A1BF3701FC}" dt="2026-09-07T08:57:23.053" v="19" actId="14100"/>
        <pc:sldMkLst>
          <pc:docMk/>
          <pc:sldMk cId="0" sldId="260"/>
        </pc:sldMkLst>
        <pc:picChg chg="mod">
          <ac:chgData name="Govind Kushwaha 25scse1011126" userId="f320597f-9e68-4e21-b97f-19ee1d9881fc" providerId="ADAL" clId="{6E0E2221-BE2A-460F-863C-81A1BF3701FC}" dt="2026-09-07T08:57:23.053" v="19" actId="14100"/>
          <ac:picMkLst>
            <pc:docMk/>
            <pc:sldMk cId="0" sldId="260"/>
            <ac:picMk id="22" creationId="{00000000-0000-0000-0000-000000000000}"/>
          </ac:picMkLst>
        </pc:picChg>
        <pc:picChg chg="add mod">
          <ac:chgData name="Govind Kushwaha 25scse1011126" userId="f320597f-9e68-4e21-b97f-19ee1d9881fc" providerId="ADAL" clId="{6E0E2221-BE2A-460F-863C-81A1BF3701FC}" dt="2026-09-07T08:57:18.277" v="18" actId="1076"/>
          <ac:picMkLst>
            <pc:docMk/>
            <pc:sldMk cId="0" sldId="260"/>
            <ac:picMk id="26" creationId="{C309628A-AB13-34FB-0580-633EF5D29BBB}"/>
          </ac:picMkLst>
        </pc:picChg>
      </pc:sldChg>
      <pc:sldChg chg="addSp modSp mod modTransition">
        <pc:chgData name="Govind Kushwaha 25scse1011126" userId="f320597f-9e68-4e21-b97f-19ee1d9881fc" providerId="ADAL" clId="{6E0E2221-BE2A-460F-863C-81A1BF3701FC}" dt="2026-09-07T08:57:47.290" v="23" actId="1076"/>
        <pc:sldMkLst>
          <pc:docMk/>
          <pc:sldMk cId="0" sldId="261"/>
        </pc:sldMkLst>
        <pc:picChg chg="add mod">
          <ac:chgData name="Govind Kushwaha 25scse1011126" userId="f320597f-9e68-4e21-b97f-19ee1d9881fc" providerId="ADAL" clId="{6E0E2221-BE2A-460F-863C-81A1BF3701FC}" dt="2026-09-07T08:57:47.290" v="23" actId="1076"/>
          <ac:picMkLst>
            <pc:docMk/>
            <pc:sldMk cId="0" sldId="261"/>
            <ac:picMk id="33" creationId="{ABCECA84-9F90-9C28-C13D-19450C6016B3}"/>
          </ac:picMkLst>
        </pc:picChg>
      </pc:sldChg>
      <pc:sldChg chg="addSp modSp mod modTransition">
        <pc:chgData name="Govind Kushwaha 25scse1011126" userId="f320597f-9e68-4e21-b97f-19ee1d9881fc" providerId="ADAL" clId="{6E0E2221-BE2A-460F-863C-81A1BF3701FC}" dt="2026-09-07T08:57:58.586" v="25" actId="1076"/>
        <pc:sldMkLst>
          <pc:docMk/>
          <pc:sldMk cId="0" sldId="262"/>
        </pc:sldMkLst>
        <pc:picChg chg="add mod">
          <ac:chgData name="Govind Kushwaha 25scse1011126" userId="f320597f-9e68-4e21-b97f-19ee1d9881fc" providerId="ADAL" clId="{6E0E2221-BE2A-460F-863C-81A1BF3701FC}" dt="2026-09-07T08:57:58.586" v="25" actId="1076"/>
          <ac:picMkLst>
            <pc:docMk/>
            <pc:sldMk cId="0" sldId="262"/>
            <ac:picMk id="40" creationId="{A58853FD-F953-5D3A-2902-D85250677195}"/>
          </ac:picMkLst>
        </pc:picChg>
      </pc:sldChg>
      <pc:sldChg chg="modTransition">
        <pc:chgData name="Govind Kushwaha 25scse1011126" userId="f320597f-9e68-4e21-b97f-19ee1d9881fc" providerId="ADAL" clId="{6E0E2221-BE2A-460F-863C-81A1BF3701FC}" dt="2026-09-07T08:51:46.063" v="2"/>
        <pc:sldMkLst>
          <pc:docMk/>
          <pc:sldMk cId="1978392364" sldId="263"/>
        </pc:sldMkLst>
      </pc:sldChg>
      <pc:sldChg chg="addSp modSp mod modTransition">
        <pc:chgData name="Govind Kushwaha 25scse1011126" userId="f320597f-9e68-4e21-b97f-19ee1d9881fc" providerId="ADAL" clId="{6E0E2221-BE2A-460F-863C-81A1BF3701FC}" dt="2026-09-07T08:57:03.760" v="16" actId="1076"/>
        <pc:sldMkLst>
          <pc:docMk/>
          <pc:sldMk cId="656836082" sldId="265"/>
        </pc:sldMkLst>
        <pc:picChg chg="add mod">
          <ac:chgData name="Govind Kushwaha 25scse1011126" userId="f320597f-9e68-4e21-b97f-19ee1d9881fc" providerId="ADAL" clId="{6E0E2221-BE2A-460F-863C-81A1BF3701FC}" dt="2026-09-07T08:57:03.760" v="16" actId="1076"/>
          <ac:picMkLst>
            <pc:docMk/>
            <pc:sldMk cId="656836082" sldId="265"/>
            <ac:picMk id="19" creationId="{B1EFD351-75CE-F5D6-8438-1E14EEF070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479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7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>
              <a:alpha val="4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4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7457"/>
            <a:ext cx="223237" cy="282674"/>
          </a:xfrm>
          <a:prstGeom prst="roundRect">
            <a:avLst>
              <a:gd name="adj" fmla="val 28005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661475" y="1123355"/>
            <a:ext cx="5207465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AI-Driven Multi-Vendor Network Security Compliance Auditor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661475" y="2940844"/>
            <a:ext cx="520746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59" dirty="0">
                <a:solidFill>
                  <a:srgbClr val="6F7F71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CyberConfig 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3589139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Team  :  Enterprise Network Security Automation 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6537" y="5162980"/>
            <a:ext cx="4342822" cy="1202928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9C928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661475" y="4364088"/>
            <a:ext cx="3182461" cy="282674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9C92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842" y="4417915"/>
            <a:ext cx="3568809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THEME: BLOCKCHAIN &amp; CYBERSECURITY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4" y="4817831"/>
            <a:ext cx="2553213" cy="240389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9C92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475" y="4880458"/>
            <a:ext cx="227612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  CATEGORY: SOFTWARE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3093" y="5863630"/>
            <a:ext cx="115934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1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428" y="781312"/>
            <a:ext cx="4858720" cy="45834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69926" y="3678248"/>
            <a:ext cx="1542432" cy="24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 Devices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69926" y="3989053"/>
            <a:ext cx="1542432" cy="57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Collect multi-vendor configuration and telemetry data.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1387" y="1561754"/>
            <a:ext cx="1542432" cy="24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31387" y="1872560"/>
            <a:ext cx="1542432" cy="57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Analyze policies, detect deviations, and suggest fixes.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61542" y="3582263"/>
            <a:ext cx="1542431" cy="24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Security Shield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361542" y="3893069"/>
            <a:ext cx="1542431" cy="76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Automate remediation and enforce compliance across devices.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29105" y="5556845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Detect → Explain → Fix → Verify → Learn</a:t>
            </a:r>
            <a:endParaRPr lang="en-US" sz="14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938811-2E7B-5383-C093-4DF8690577E8}"/>
              </a:ext>
            </a:extLst>
          </p:cNvPr>
          <p:cNvSpPr txBox="1"/>
          <p:nvPr/>
        </p:nvSpPr>
        <p:spPr>
          <a:xfrm>
            <a:off x="661474" y="5287391"/>
            <a:ext cx="43391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Govind Kushwaha :  Frontend Developer</a:t>
            </a:r>
          </a:p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Abhishek Yadav  : Backend Developer</a:t>
            </a:r>
          </a:p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Sunny Kumar :  UI/UX &amp; Research</a:t>
            </a:r>
          </a:p>
          <a:p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Deepanshu  : Cybersecurity &amp; AI/ML</a:t>
            </a:r>
            <a:endParaRPr lang="en-IN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DE185E-5099-3AC2-EBA0-52EE49A1E195}"/>
              </a:ext>
            </a:extLst>
          </p:cNvPr>
          <p:cNvSpPr/>
          <p:nvPr/>
        </p:nvSpPr>
        <p:spPr>
          <a:xfrm>
            <a:off x="661475" y="572790"/>
            <a:ext cx="1097729" cy="242292"/>
          </a:xfrm>
          <a:prstGeom prst="roundRect">
            <a:avLst>
              <a:gd name="adj" fmla="val 22117"/>
            </a:avLst>
          </a:prstGeom>
          <a:solidFill>
            <a:srgbClr val="E8E6E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A3ABFB-6E34-FDE0-EE01-0BE4ED46AF40}"/>
              </a:ext>
            </a:extLst>
          </p:cNvPr>
          <p:cNvSpPr/>
          <p:nvPr/>
        </p:nvSpPr>
        <p:spPr>
          <a:xfrm>
            <a:off x="757119" y="620613"/>
            <a:ext cx="151602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D9B617-720E-2BA9-9F92-2E82079C0C83}"/>
              </a:ext>
            </a:extLst>
          </p:cNvPr>
          <p:cNvSpPr/>
          <p:nvPr/>
        </p:nvSpPr>
        <p:spPr>
          <a:xfrm>
            <a:off x="661475" y="86885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0" spc="-6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This Is Needed</a:t>
            </a:r>
            <a:endParaRPr lang="en-US" sz="31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8E02AA4-9177-E368-F8EA-DBC1F068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20354"/>
            <a:ext cx="2397164" cy="239722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95E83D3-73E6-DFAA-6014-5CA81D8ED579}"/>
              </a:ext>
            </a:extLst>
          </p:cNvPr>
          <p:cNvSpPr/>
          <p:nvPr/>
        </p:nvSpPr>
        <p:spPr>
          <a:xfrm>
            <a:off x="661475" y="4268887"/>
            <a:ext cx="239716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Scale</a:t>
            </a:r>
            <a:endParaRPr lang="en-US" sz="15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9BA7374-6A1E-A785-64FA-55A9CE7C92E4}"/>
              </a:ext>
            </a:extLst>
          </p:cNvPr>
          <p:cNvSpPr/>
          <p:nvPr/>
        </p:nvSpPr>
        <p:spPr>
          <a:xfrm>
            <a:off x="661475" y="4652566"/>
            <a:ext cx="239716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1,000+ branches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a huge device footprint.</a:t>
            </a:r>
            <a:endParaRPr lang="en-US" sz="1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FB34C8A-D435-B62A-AB8A-57AFEFC8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115" y="1720354"/>
            <a:ext cx="2481597" cy="2481659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31CD3B9-919D-8780-8462-7F532344A234}"/>
              </a:ext>
            </a:extLst>
          </p:cNvPr>
          <p:cNvSpPr/>
          <p:nvPr/>
        </p:nvSpPr>
        <p:spPr>
          <a:xfrm>
            <a:off x="3454115" y="4353322"/>
            <a:ext cx="24815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Vendor Diversity</a:t>
            </a:r>
            <a:endParaRPr lang="en-US" sz="15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882FFAE-4CD0-39BE-C2CA-856E4AC9717F}"/>
              </a:ext>
            </a:extLst>
          </p:cNvPr>
          <p:cNvSpPr/>
          <p:nvPr/>
        </p:nvSpPr>
        <p:spPr>
          <a:xfrm>
            <a:off x="3454115" y="4737001"/>
            <a:ext cx="248159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Cisco, Palo Alto, Fortinet, and Juniper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each use different syntax.</a:t>
            </a:r>
            <a:endParaRPr lang="en-US" sz="12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0E4AEE13-3490-85F6-E863-46754228F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188" y="1720354"/>
            <a:ext cx="2397164" cy="2397224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25A0A5E2-AD18-4F0B-0687-6888AA4693DF}"/>
              </a:ext>
            </a:extLst>
          </p:cNvPr>
          <p:cNvSpPr/>
          <p:nvPr/>
        </p:nvSpPr>
        <p:spPr>
          <a:xfrm>
            <a:off x="6331188" y="4268887"/>
            <a:ext cx="239716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Manual Auditing</a:t>
            </a:r>
            <a:endParaRPr lang="en-US" sz="15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DF78648-946E-AB78-1371-3023B7DC253E}"/>
              </a:ext>
            </a:extLst>
          </p:cNvPr>
          <p:cNvSpPr/>
          <p:nvPr/>
        </p:nvSpPr>
        <p:spPr>
          <a:xfrm>
            <a:off x="6331188" y="4652566"/>
            <a:ext cx="239716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Slow, error-prone, and unsustainable.</a:t>
            </a:r>
            <a:endParaRPr lang="en-US" sz="12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088BC4A0-F83C-AF07-0E1B-9D080A491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829" y="1720354"/>
            <a:ext cx="2425342" cy="2552005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763ED335-398A-32D5-BF18-9227F1AED3C6}"/>
              </a:ext>
            </a:extLst>
          </p:cNvPr>
          <p:cNvSpPr/>
          <p:nvPr/>
        </p:nvSpPr>
        <p:spPr>
          <a:xfrm>
            <a:off x="9123829" y="4423668"/>
            <a:ext cx="2425342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auditing of multi-vendor network devices is slow, complex, error-prone, and difficult to scale.”</a:t>
            </a:r>
            <a:endParaRPr lang="en-US" sz="12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155993FB-8D34-308F-D161-3C0AC3AE693A}"/>
              </a:ext>
            </a:extLst>
          </p:cNvPr>
          <p:cNvSpPr/>
          <p:nvPr/>
        </p:nvSpPr>
        <p:spPr>
          <a:xfrm>
            <a:off x="661475" y="5714802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6213ABC5-C06D-4166-0DD4-AD0E40A80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15" y="5908278"/>
            <a:ext cx="199325" cy="159445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F8FEDD30-8B2A-60C9-FC59-8EC48992FB12}"/>
              </a:ext>
            </a:extLst>
          </p:cNvPr>
          <p:cNvSpPr/>
          <p:nvPr/>
        </p:nvSpPr>
        <p:spPr>
          <a:xfrm>
            <a:off x="1179681" y="5889129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Security Policy:</a:t>
            </a: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"Public SSH access should not be allowed." A device exposes SSH publicly → </a:t>
            </a:r>
            <a:r>
              <a:rPr lang="en-US" sz="12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NON-COMPLIANT — HIGH PRIORITY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65683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B"/>
          </a:solidFill>
          <a:ln>
            <a:solidFill>
              <a:srgbClr val="04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94192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98864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03536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08208" y="164592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0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94192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98864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03536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808208" y="548640"/>
            <a:ext cx="502920" cy="22860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66928"/>
            <a:ext cx="7498079" cy="50292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2800" b="1" dirty="0">
                <a:solidFill>
                  <a:srgbClr val="F4F8FF"/>
                </a:solidFill>
                <a:latin typeface="Aptos"/>
              </a:rPr>
              <a:t>Research and Rule-Based Checking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078992"/>
            <a:ext cx="9966960" cy="29260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200" b="0">
                <a:solidFill>
                  <a:srgbClr val="BED2E6"/>
                </a:solidFill>
                <a:latin typeface="Aptos"/>
              </a:rPr>
              <a:t>Strong research and clear security rules help us find real configuration problems in different network devices.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1572768"/>
            <a:ext cx="5715000" cy="1572768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99632" y="1572768"/>
            <a:ext cx="5632704" cy="1572768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1627632"/>
            <a:ext cx="530352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600" b="1" dirty="0">
                <a:solidFill>
                  <a:srgbClr val="F4F8FF"/>
                </a:solidFill>
                <a:latin typeface="Aptos"/>
              </a:rPr>
              <a:t>1. Our Research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27632"/>
            <a:ext cx="52578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Aptos"/>
              </a:rPr>
              <a:t>2. What We Study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CIS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3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Benchmarks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37943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37943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NIS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NIST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Guidelines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35224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35224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DISA STIG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where applicable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41648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41648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1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Vendor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3904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Documentation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19933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0640" y="1993392"/>
            <a:ext cx="438912" cy="3840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00CDE6"/>
                </a:solidFill>
                <a:latin typeface="Aptos"/>
              </a:rPr>
              <a:t>Org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1184" y="2395728"/>
            <a:ext cx="896112" cy="22860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Organization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633472"/>
            <a:ext cx="941832" cy="34747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900" b="0">
                <a:solidFill>
                  <a:srgbClr val="BED2E6"/>
                </a:solidFill>
                <a:latin typeface="Aptos"/>
              </a:rPr>
              <a:t>Security Policies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1997964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1938528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Common network security problems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2512" y="2185416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2125980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Different vendor configuration formats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2512" y="2372868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2313432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Important security settings and best practices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2560320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2500884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Real configuration examples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2512" y="2747772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2688336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Best practices and security policies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82512" y="2935224"/>
            <a:ext cx="73152" cy="73152"/>
          </a:xfrm>
          <a:prstGeom prst="roundRect">
            <a:avLst>
              <a:gd name="adj" fmla="val 8000"/>
            </a:avLst>
          </a:prstGeom>
          <a:solidFill>
            <a:srgbClr val="00CDE6"/>
          </a:solidFill>
          <a:ln>
            <a:solidFill>
              <a:srgbClr val="0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37960" y="2875788"/>
            <a:ext cx="4983480" cy="182880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1000" b="0">
                <a:solidFill>
                  <a:srgbClr val="F4F8FF"/>
                </a:solidFill>
                <a:latin typeface="Aptos"/>
              </a:rPr>
              <a:t>Create and test security rules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" y="3273552"/>
            <a:ext cx="4480560" cy="19385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102352" y="3273552"/>
            <a:ext cx="3456432" cy="1938528"/>
          </a:xfrm>
          <a:prstGeom prst="roundRect">
            <a:avLst>
              <a:gd name="adj" fmla="val 8000"/>
            </a:avLst>
          </a:prstGeom>
          <a:solidFill>
            <a:srgbClr val="05453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833104" y="3273552"/>
            <a:ext cx="2999232" cy="1938528"/>
          </a:xfrm>
          <a:prstGeom prst="roundRect">
            <a:avLst>
              <a:gd name="adj" fmla="val 8000"/>
            </a:avLst>
          </a:prstGeom>
          <a:solidFill>
            <a:srgbClr val="4C161D"/>
          </a:solidFill>
          <a:ln>
            <a:solidFill>
              <a:srgbClr val="AA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4632" y="3319272"/>
            <a:ext cx="41605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3. Example: Network Device Configuration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3319272"/>
            <a:ext cx="31089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4. Security Rule (Example)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408" y="3319272"/>
            <a:ext cx="269748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5. Rule Check Result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4632" y="3675887"/>
            <a:ext cx="4187952" cy="1353312"/>
          </a:xfrm>
          <a:prstGeom prst="roundRect">
            <a:avLst>
              <a:gd name="adj" fmla="val 8000"/>
            </a:avLst>
          </a:prstGeom>
          <a:solidFill>
            <a:srgbClr val="050F1E"/>
          </a:solidFill>
          <a:ln>
            <a:solidFill>
              <a:srgbClr val="2A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1792" y="3712463"/>
            <a:ext cx="3840480" cy="1828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0">
                <a:solidFill>
                  <a:srgbClr val="BED2E6"/>
                </a:solidFill>
                <a:latin typeface="Consolas"/>
              </a:rPr>
              <a:t>router-config.conf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" y="3922776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system {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" y="4055363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services {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4187952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  telnet {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4320540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F5D52"/>
                </a:solidFill>
                <a:latin typeface="Consolas"/>
              </a:rPr>
              <a:t>      disable no;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" y="4453128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    port 23;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" y="4585716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  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" y="4718304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  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" y="4850892"/>
            <a:ext cx="3749039" cy="155448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Consolas"/>
              </a:rPr>
              <a:t>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57800" y="3685032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330952" y="3685032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Rule 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3685032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NET-TELNET-001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57800" y="3872484"/>
            <a:ext cx="3127248" cy="178308"/>
          </a:xfrm>
          <a:prstGeom prst="rect">
            <a:avLst/>
          </a:prstGeom>
          <a:solidFill>
            <a:srgbClr val="063D30"/>
          </a:solidFill>
          <a:ln>
            <a:solidFill>
              <a:srgbClr val="06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30952" y="3872484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Policy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872484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Telnet should be disabled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57800" y="4059936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30952" y="4059936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Observed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4059936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Telnet is enabled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57800" y="4247388"/>
            <a:ext cx="3127248" cy="178308"/>
          </a:xfrm>
          <a:prstGeom prst="rect">
            <a:avLst/>
          </a:prstGeom>
          <a:solidFill>
            <a:srgbClr val="063D30"/>
          </a:solidFill>
          <a:ln>
            <a:solidFill>
              <a:srgbClr val="06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0952" y="4247388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Expected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4247388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Non-compliant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57800" y="4434840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30952" y="4434840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Risk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4434840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HIGH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4622292"/>
            <a:ext cx="3127248" cy="178308"/>
          </a:xfrm>
          <a:prstGeom prst="rect">
            <a:avLst/>
          </a:prstGeom>
          <a:solidFill>
            <a:srgbClr val="063D30"/>
          </a:solidFill>
          <a:ln>
            <a:solidFill>
              <a:srgbClr val="06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30952" y="4622292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Why risk?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4622292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Telnet sends data in plain text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57800" y="4809744"/>
            <a:ext cx="3127248" cy="178308"/>
          </a:xfrm>
          <a:prstGeom prst="rect">
            <a:avLst/>
          </a:prstGeom>
          <a:solidFill>
            <a:srgbClr val="084E3B"/>
          </a:solidFill>
          <a:ln>
            <a:solidFill>
              <a:srgbClr val="08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30952" y="4809744"/>
            <a:ext cx="914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4F8FF"/>
                </a:solidFill>
                <a:latin typeface="Aptos"/>
              </a:rPr>
              <a:t>Suggested fix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4809744"/>
            <a:ext cx="2057400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F4F8FF"/>
                </a:solidFill>
                <a:latin typeface="Aptos"/>
              </a:rPr>
              <a:t>Disable Telnet; use SSH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979408" y="3694176"/>
            <a:ext cx="2697480" cy="356616"/>
          </a:xfrm>
          <a:prstGeom prst="roundRect">
            <a:avLst>
              <a:gd name="adj" fmla="val 8000"/>
            </a:avLst>
          </a:prstGeom>
          <a:solidFill>
            <a:srgbClr val="FFE8E8"/>
          </a:solidFill>
          <a:ln>
            <a:solidFill>
              <a:srgbClr val="FF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052560" y="3694176"/>
            <a:ext cx="2542032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500" b="1">
                <a:solidFill>
                  <a:srgbClr val="AA232C"/>
                </a:solidFill>
                <a:latin typeface="Aptos"/>
              </a:rPr>
              <a:t>⚠  NON-COMPLIANT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15984" y="4133087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Finding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57232" y="4133087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Telnet Enabled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15984" y="4334255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Severity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57232" y="4334255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15984" y="4535424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Evidence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57232" y="4535424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disable no; port 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15984" y="4736592"/>
            <a:ext cx="84124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4F8FF"/>
                </a:solidFill>
                <a:latin typeface="Aptos"/>
              </a:rPr>
              <a:t>Recommendation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57232" y="4736592"/>
            <a:ext cx="17007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F4F8FF"/>
                </a:solidFill>
                <a:latin typeface="Aptos"/>
              </a:rPr>
              <a:t>Disable Telnet and use SSH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47472" y="5376672"/>
            <a:ext cx="11484864" cy="1143000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84632" y="5394960"/>
            <a:ext cx="5669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F4F8FF"/>
                </a:solidFill>
                <a:latin typeface="Aptos"/>
              </a:rPr>
              <a:t>6. From Research to Verified Rules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0292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Research and Study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120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Understand standards and vendor configs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4144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74320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Collect Examples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6148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Gather sample configs from vendors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8172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98348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2920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Create Rules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0176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Define checks and expected results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2200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22376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B9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26948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Test Rules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4204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Use compliant, non-compliant and edge cases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62288" y="5779008"/>
            <a:ext cx="274320" cy="256032"/>
          </a:xfrm>
          <a:prstGeom prst="rect">
            <a:avLst/>
          </a:prstGeom>
          <a:noFill/>
        </p:spPr>
        <p:txBody>
          <a:bodyPr wrap="square" lIns="9144" tIns="18288" rIns="9144" bIns="18288" anchor="ctr">
            <a:spAutoFit/>
          </a:bodyPr>
          <a:lstStyle/>
          <a:p>
            <a:pPr algn="ctr"/>
            <a:r>
              <a:rPr sz="17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464040" y="5742432"/>
            <a:ext cx="1938528" cy="338328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509760" y="5751576"/>
            <a:ext cx="18470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Verified Rules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82328" y="6108192"/>
            <a:ext cx="190195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Ready to use in CyberConfig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21C83-CF52-2F2B-FC02-0937B518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9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B"/>
          </a:solidFill>
          <a:ln>
            <a:solidFill>
              <a:srgbClr val="04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68512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07424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46336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85248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424160" y="155448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68512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07424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46336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985248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24160" y="438912"/>
            <a:ext cx="228600" cy="18288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594360"/>
            <a:ext cx="10789920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Aptos"/>
              </a:rPr>
              <a:t>How CyberConfig AI Is Different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1088136"/>
            <a:ext cx="1097280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50" b="0">
                <a:solidFill>
                  <a:srgbClr val="BED2E6"/>
                </a:solidFill>
                <a:latin typeface="Aptos"/>
              </a:rPr>
              <a:t>A focused, explainable configuration-auditing prototype, compared with established enterprise policy platforms.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1536192"/>
            <a:ext cx="11411712" cy="2788920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1673352"/>
            <a:ext cx="2212848" cy="356616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1682496"/>
            <a:ext cx="212140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COMPARISON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44368" y="1673352"/>
            <a:ext cx="2761488" cy="356616"/>
          </a:xfrm>
          <a:prstGeom prst="roundRect">
            <a:avLst>
              <a:gd name="adj" fmla="val 8000"/>
            </a:avLst>
          </a:prstGeom>
          <a:solidFill>
            <a:srgbClr val="007EDC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90088" y="1682496"/>
            <a:ext cx="2670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CYBERCONFIG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1673352"/>
            <a:ext cx="2761488" cy="356616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16168" y="1682496"/>
            <a:ext cx="2670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TUFIN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1673352"/>
            <a:ext cx="2761488" cy="356616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42248" y="1682496"/>
            <a:ext cx="2670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FIREMON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" y="2084831"/>
            <a:ext cx="11018520" cy="484632"/>
          </a:xfrm>
          <a:prstGeom prst="rect">
            <a:avLst/>
          </a:prstGeom>
          <a:solidFill>
            <a:srgbClr val="081F3E"/>
          </a:solidFill>
          <a:ln>
            <a:solidFill>
              <a:srgbClr val="08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2103120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Main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0088" y="2103120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0">
                <a:solidFill>
                  <a:srgbClr val="F4F8FF"/>
                </a:solidFill>
                <a:latin typeface="Aptos"/>
              </a:rPr>
              <a:t>Configuration checks with clear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2103120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Enterprise-wide policy visibility, compliance and change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2103120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Multi-vendor policy normalization, monitoring and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2642616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How checks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2642616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0">
                <a:solidFill>
                  <a:srgbClr val="F4F8FF"/>
                </a:solidFill>
                <a:latin typeface="Aptos"/>
              </a:rPr>
              <a:t>Rule-based checks in current demo; AI/ML layer is planned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2642616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Centralized policy and compliance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2642616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Normalized policy data, rule processing and risk/compliance modules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7" y="3163824"/>
            <a:ext cx="11018520" cy="484632"/>
          </a:xfrm>
          <a:prstGeom prst="rect">
            <a:avLst/>
          </a:prstGeom>
          <a:solidFill>
            <a:srgbClr val="081F3E"/>
          </a:solidFill>
          <a:ln>
            <a:solidFill>
              <a:srgbClr val="081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3182112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Results for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3182112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0">
                <a:solidFill>
                  <a:srgbClr val="F4F8FF"/>
                </a:solidFill>
                <a:latin typeface="Aptos"/>
              </a:rPr>
              <a:t>Risk/severity, evidence and suggested fix in the prototype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16168" y="3182112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Dashboards, compliance evidence and automated policy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3182112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Unified policy view, alerts, reporting and policy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3721607"/>
            <a:ext cx="210312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0CDE6"/>
                </a:solidFill>
                <a:latin typeface="Aptos"/>
              </a:rPr>
              <a:t>Project stage / 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0088" y="3721607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910" b="1">
                <a:solidFill>
                  <a:srgbClr val="F4F8FF"/>
                </a:solidFill>
                <a:latin typeface="Aptos"/>
              </a:rPr>
              <a:t>Working demo completed; AI/ML integration remains in development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3721607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Established commercial enterprise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42248" y="3721607"/>
            <a:ext cx="2670048" cy="4389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869" b="0">
                <a:solidFill>
                  <a:srgbClr val="BED2E6"/>
                </a:solidFill>
                <a:latin typeface="Aptos"/>
              </a:rPr>
              <a:t>Established commercial enterprise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4489704"/>
            <a:ext cx="11411712" cy="667512"/>
          </a:xfrm>
          <a:prstGeom prst="roundRect">
            <a:avLst>
              <a:gd name="adj" fmla="val 8000"/>
            </a:avLst>
          </a:prstGeom>
          <a:solidFill>
            <a:srgbClr val="053937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4544568"/>
            <a:ext cx="1572768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00" b="1">
                <a:solidFill>
                  <a:srgbClr val="00CDE6"/>
                </a:solidFill>
                <a:latin typeface="Aptos"/>
              </a:rPr>
              <a:t>OUR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4831" y="4535424"/>
            <a:ext cx="9418320" cy="4480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F4F8FF"/>
                </a:solidFill>
                <a:latin typeface="Aptos"/>
              </a:rPr>
              <a:t>Simple workflow  •  Explainable rule findings  •  Evidence + suggested remediation  •  AI/ML assistance planned  •  Student-built, modular prototype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5303520"/>
            <a:ext cx="31089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300" b="1">
                <a:solidFill>
                  <a:srgbClr val="00CDE6"/>
                </a:solidFill>
                <a:latin typeface="Aptos"/>
              </a:rPr>
              <a:t>CYBERCONFIG AI TECH STACK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007EDC"/>
                </a:solidFill>
                <a:latin typeface="Aptos"/>
              </a:rPr>
              <a:t>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React + TypeScript + Vite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User interface &amp; dashboard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55848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47288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5A37B9"/>
                </a:solidFill>
                <a:latin typeface="Aptos"/>
              </a:rPr>
              <a:t>Backend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 dirty="0">
                <a:solidFill>
                  <a:srgbClr val="F4F8FF"/>
                </a:solidFill>
                <a:latin typeface="Aptos"/>
              </a:rPr>
              <a:t>Node.js + Express + TypeScript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47288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API and application logic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2784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64224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00788C"/>
                </a:solidFill>
                <a:latin typeface="Aptos"/>
              </a:rPr>
              <a:t>AI 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64224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Gemini integration + offline heuristic fallback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4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Explanations / fallback support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89720" y="5614416"/>
            <a:ext cx="2560320" cy="83210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81160" y="5660136"/>
            <a:ext cx="23774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0C8753"/>
                </a:solidFill>
                <a:latin typeface="Aptos"/>
              </a:rPr>
              <a:t>Core audit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5870448"/>
            <a:ext cx="2377440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19" b="1">
                <a:solidFill>
                  <a:srgbClr val="F4F8FF"/>
                </a:solidFill>
                <a:latin typeface="Aptos"/>
              </a:rPr>
              <a:t>Custom configuration parser + rule checks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6126480"/>
            <a:ext cx="237744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0" b="0">
                <a:solidFill>
                  <a:srgbClr val="BED2E6"/>
                </a:solidFill>
                <a:latin typeface="Aptos"/>
              </a:rPr>
              <a:t>Parse configs and flag findings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519672"/>
            <a:ext cx="1120140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9" b="0">
                <a:solidFill>
                  <a:srgbClr val="BED2E6"/>
                </a:solidFill>
                <a:latin typeface="Aptos"/>
              </a:rPr>
              <a:t>AI/ML module and advanced integrations are planned work. Competitor descriptions are summarized from official product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B"/>
          </a:solidFill>
          <a:ln>
            <a:solidFill>
              <a:srgbClr val="04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6676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7260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78440" y="164592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968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7260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7552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78440" y="457200"/>
            <a:ext cx="274320" cy="20116"/>
          </a:xfrm>
          <a:prstGeom prst="rect">
            <a:avLst/>
          </a:prstGeom>
          <a:solidFill>
            <a:srgbClr val="0D3E69"/>
          </a:solidFill>
          <a:ln>
            <a:solidFill>
              <a:srgbClr val="0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"/>
            <a:ext cx="9326880" cy="5029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2900" b="1">
                <a:solidFill>
                  <a:srgbClr val="F4F8FF"/>
                </a:solidFill>
                <a:latin typeface="Aptos"/>
              </a:rPr>
              <a:t>Project Timeline &amp;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1115568"/>
            <a:ext cx="10698480" cy="310896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150" b="0">
                <a:solidFill>
                  <a:srgbClr val="BED2E6"/>
                </a:solidFill>
                <a:latin typeface="Aptos"/>
              </a:rPr>
              <a:t>Started on 8–9 September 2026 | Research and working demo are complete; AI/ML development is the next focus.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1572768"/>
            <a:ext cx="3840480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400" b="1">
                <a:solidFill>
                  <a:srgbClr val="00CDE6"/>
                </a:solidFill>
                <a:latin typeface="Aptos"/>
              </a:rPr>
              <a:t>CURRENT PROJECT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007EDC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Project Kick-off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8–9 Sep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007EDC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Started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0C8753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Research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Standards, rules &amp; vendor configs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7647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0C875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03904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COMPLETED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0C8753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Working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Core demo model is functional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0255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0C875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9983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COMPLETED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2" y="1901952"/>
            <a:ext cx="2542032" cy="1143000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A05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1965960"/>
            <a:ext cx="384048" cy="246888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100" b="1">
                <a:solidFill>
                  <a:srgbClr val="A05B08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65792" y="1947672"/>
            <a:ext cx="184708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Aptos"/>
              </a:rPr>
              <a:t>AI / ML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276856"/>
            <a:ext cx="2313432" cy="2743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950" b="0">
                <a:solidFill>
                  <a:srgbClr val="BED2E6"/>
                </a:solidFill>
                <a:latin typeface="Aptos"/>
              </a:rPr>
              <a:t>Model research &amp; development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28632" y="2596896"/>
            <a:ext cx="1719072" cy="246888"/>
          </a:xfrm>
          <a:prstGeom prst="roundRect">
            <a:avLst>
              <a:gd name="adj" fmla="val 8000"/>
            </a:avLst>
          </a:prstGeom>
          <a:solidFill>
            <a:srgbClr val="A05B08"/>
          </a:solidFill>
          <a:ln>
            <a:solidFill>
              <a:srgbClr val="A05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56064" y="2596896"/>
            <a:ext cx="1664208" cy="23774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1">
                <a:solidFill>
                  <a:srgbClr val="F4F8FF"/>
                </a:solidFill>
                <a:latin typeface="Aptos"/>
              </a:rPr>
              <a:t>IN PROGRESS / NEXT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3273552"/>
            <a:ext cx="3840480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400" b="1">
                <a:solidFill>
                  <a:srgbClr val="00CDE6"/>
                </a:solidFill>
                <a:latin typeface="Aptos"/>
              </a:rPr>
              <a:t>UPCOMING ROADMAP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" y="3840480"/>
            <a:ext cx="10625328" cy="50292"/>
          </a:xfrm>
          <a:prstGeom prst="rect">
            <a:avLst/>
          </a:prstGeom>
          <a:solidFill>
            <a:srgbClr val="1B4B75"/>
          </a:solidFill>
          <a:ln>
            <a:solidFill>
              <a:srgbClr val="1B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51560" y="3739896"/>
            <a:ext cx="210312" cy="210312"/>
          </a:xfrm>
          <a:prstGeom prst="ellipse">
            <a:avLst/>
          </a:prstGeom>
          <a:solidFill>
            <a:srgbClr val="5A37B9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29768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29768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5A37B9"/>
          </a:solidFill>
          <a:ln>
            <a:solidFill>
              <a:srgbClr val="5A3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6344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OCT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AI / ML Development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Explore suitable methods, prepare data, and build the AI/ML module.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2032" y="4462272"/>
            <a:ext cx="38404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8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57" name="Oval 56"/>
          <p:cNvSpPr/>
          <p:nvPr/>
        </p:nvSpPr>
        <p:spPr>
          <a:xfrm>
            <a:off x="3675888" y="3739896"/>
            <a:ext cx="210312" cy="210312"/>
          </a:xfrm>
          <a:prstGeom prst="ellipse">
            <a:avLst/>
          </a:prstGeom>
          <a:solidFill>
            <a:srgbClr val="007EDC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054096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054096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007EDC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090672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NOV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AI + Demo Integration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63824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Connect AI/ML outputs with rule checks, findings, and dashboard.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4462272"/>
            <a:ext cx="38404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8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64" name="Oval 63"/>
          <p:cNvSpPr/>
          <p:nvPr/>
        </p:nvSpPr>
        <p:spPr>
          <a:xfrm>
            <a:off x="6309360" y="3739896"/>
            <a:ext cx="210312" cy="210312"/>
          </a:xfrm>
          <a:prstGeom prst="ellipse">
            <a:avLst/>
          </a:prstGeom>
          <a:solidFill>
            <a:srgbClr val="00788C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687568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687568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24144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DEC 1–15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9007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Testing &amp; Validation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97296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Test different configurations, review results, and improve reliability.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9831" y="4462272"/>
            <a:ext cx="384048" cy="27432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800" b="1">
                <a:solidFill>
                  <a:srgbClr val="00CDE6"/>
                </a:solidFill>
                <a:latin typeface="Aptos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8942832" y="3739896"/>
            <a:ext cx="210312" cy="210312"/>
          </a:xfrm>
          <a:prstGeom prst="ellipse">
            <a:avLst/>
          </a:prstGeom>
          <a:solidFill>
            <a:srgbClr val="0C8753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4096512"/>
            <a:ext cx="2103120" cy="1335024"/>
          </a:xfrm>
          <a:prstGeom prst="roundRect">
            <a:avLst>
              <a:gd name="adj" fmla="val 8000"/>
            </a:avLst>
          </a:prstGeom>
          <a:solidFill>
            <a:srgbClr val="081F3E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40965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0C8753"/>
          </a:solidFill>
          <a:ln>
            <a:solidFill>
              <a:srgbClr val="0C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57616" y="4105656"/>
            <a:ext cx="2029968" cy="283464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1000" b="1">
                <a:solidFill>
                  <a:srgbClr val="F4F8FF"/>
                </a:solidFill>
                <a:latin typeface="Aptos"/>
              </a:rPr>
              <a:t>DEC 16–31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4462272"/>
            <a:ext cx="1920240" cy="347472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Aptos"/>
              </a:rPr>
              <a:t>Finalization &amp; Demo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0768" y="4837176"/>
            <a:ext cx="1883664" cy="50292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ctr"/>
            <a:r>
              <a:rPr sz="869" b="0">
                <a:solidFill>
                  <a:srgbClr val="BED2E6"/>
                </a:solidFill>
                <a:latin typeface="Aptos"/>
              </a:rPr>
              <a:t>Complete remaining work, documentation, presentation, and final demo.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8912" y="5650992"/>
            <a:ext cx="11320272" cy="713232"/>
          </a:xfrm>
          <a:prstGeom prst="roundRect">
            <a:avLst>
              <a:gd name="adj" fmla="val 8000"/>
            </a:avLst>
          </a:prstGeom>
          <a:solidFill>
            <a:srgbClr val="07274E"/>
          </a:solidFill>
          <a:ln>
            <a:solidFill>
              <a:srgbClr val="00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1792" y="5696712"/>
            <a:ext cx="1417320" cy="256032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l"/>
            <a:r>
              <a:rPr sz="1100" b="1">
                <a:solidFill>
                  <a:srgbClr val="00CDE6"/>
                </a:solidFill>
                <a:latin typeface="Aptos"/>
              </a:rPr>
              <a:t>NEXT FOCUS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65960" y="5687568"/>
            <a:ext cx="9464040" cy="310896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spAutoFit/>
          </a:bodyPr>
          <a:lstStyle/>
          <a:p>
            <a:pPr algn="l"/>
            <a:r>
              <a:rPr sz="1100" b="1">
                <a:solidFill>
                  <a:srgbClr val="F4F8FF"/>
                </a:solidFill>
                <a:latin typeface="Aptos"/>
              </a:rPr>
              <a:t>Build the AI/ML capability, integrate it with the existing working demo, then validate the complete workflow.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lIns="9144" tIns="13716" rIns="9144" bIns="13716" anchor="ctr">
            <a:spAutoFit/>
          </a:bodyPr>
          <a:lstStyle/>
          <a:p>
            <a:pPr algn="ctr"/>
            <a:r>
              <a:rPr sz="850" b="0">
                <a:solidFill>
                  <a:srgbClr val="BED2E6"/>
                </a:solidFill>
                <a:latin typeface="Aptos"/>
              </a:rPr>
              <a:t>Status reflects the project progress shared by the team. Upcoming dates are planned targets, not completed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4D0A3B8F62BC48B6DDDF0EFCE299B5" ma:contentTypeVersion="5" ma:contentTypeDescription="Create a new document." ma:contentTypeScope="" ma:versionID="4bb06c55d88247ade3c63e882359b86a">
  <xsd:schema xmlns:xsd="http://www.w3.org/2001/XMLSchema" xmlns:xs="http://www.w3.org/2001/XMLSchema" xmlns:p="http://schemas.microsoft.com/office/2006/metadata/properties" xmlns:ns3="f133ec99-7a70-4434-977c-dcc84890171a" targetNamespace="http://schemas.microsoft.com/office/2006/metadata/properties" ma:root="true" ma:fieldsID="50c35202391bb631da69b03c081f5eeb" ns3:_="">
    <xsd:import namespace="f133ec99-7a70-4434-977c-dcc8489017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3ec99-7a70-4434-977c-dcc8489017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33ec99-7a70-4434-977c-dcc84890171a" xsi:nil="true"/>
  </documentManagement>
</p:properties>
</file>

<file path=customXml/itemProps1.xml><?xml version="1.0" encoding="utf-8"?>
<ds:datastoreItem xmlns:ds="http://schemas.openxmlformats.org/officeDocument/2006/customXml" ds:itemID="{C06B9455-B8CC-4FBB-9638-D3FAB087B4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51BC2B-F389-42D4-B5C7-B1E7E84362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3ec99-7a70-4434-977c-dcc8489017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C48453-CC74-4371-9D94-AFF69EA6C057}">
  <ds:schemaRefs>
    <ds:schemaRef ds:uri="http://purl.org/dc/terms/"/>
    <ds:schemaRef ds:uri="http://www.w3.org/XML/1998/namespace"/>
    <ds:schemaRef ds:uri="f133ec99-7a70-4434-977c-dcc84890171a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261</TotalTime>
  <Words>806</Words>
  <Application>Microsoft Office PowerPoint</Application>
  <PresentationFormat>Widescreen</PresentationFormat>
  <Paragraphs>178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Aptos</vt:lpstr>
      <vt:lpstr>Noto Serif</vt:lpstr>
      <vt:lpstr>Noto Serif Bold</vt:lpstr>
      <vt:lpstr>Noto Serif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Govind Kushwaha 25scse1011126</cp:lastModifiedBy>
  <cp:revision>2</cp:revision>
  <dcterms:created xsi:type="dcterms:W3CDTF">2026-09-07T08:40:33Z</dcterms:created>
  <dcterms:modified xsi:type="dcterms:W3CDTF">2026-10-01T04:28:14Z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0x010100514D0A3B8F62BC48B6DDDF0EFCE299B5</vt:lpwstr>
  </property>
</Properties>
</file>