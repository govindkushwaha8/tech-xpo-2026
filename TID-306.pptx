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4"/>
  </p:sldMasterIdLst>
  <p:notesMasterIdLst>
    <p:notesMasterId r:id="rId11"/>
  </p:notesMasterIdLst>
  <p:sldIdLst>
    <p:sldId id="256" r:id="rId5"/>
    <p:sldId id="265" r:id="rId6"/>
    <p:sldId id="266" r:id="rId7"/>
    <p:sldId id="263" r:id="rId8"/>
    <p:sldId id="260" r:id="rId9"/>
    <p:sldId id="262" r:id="rId10"/>
  </p:sldIdLst>
  <p:sldSz cx="12192000" cy="6858000"/>
  <p:notesSz cx="6858000" cy="12192000"/>
  <p:embeddedFontLst>
    <p:embeddedFont>
      <p:font typeface="Noto Serif" panose="02020600060500020200" pitchFamily="18" charset="0"/>
      <p:regular r:id="rId12"/>
      <p:bold r:id="rId13"/>
      <p:italic r:id="rId14"/>
      <p:boldItalic r:id="rId15"/>
    </p:embeddedFont>
    <p:embeddedFont>
      <p:font typeface="Noto Serif Bold" panose="02020800060500020200" charset="0"/>
      <p:regular r:id="rId16"/>
    </p:embeddedFont>
    <p:embeddedFont>
      <p:font typeface="Noto Serif Medium" panose="020B0604020202020204" charset="0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C98E06-093E-4754-9F17-84D705CB1F41}" v="8" dt="2026-09-08T07:17:53.0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362" autoAdjust="0"/>
    <p:restoredTop sz="94610"/>
  </p:normalViewPr>
  <p:slideViewPr>
    <p:cSldViewPr snapToGrid="0" snapToObjects="1">
      <p:cViewPr>
        <p:scale>
          <a:sx n="66" d="100"/>
          <a:sy n="66" d="100"/>
        </p:scale>
        <p:origin x="75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font" Target="fonts/font2.fntdata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customXml" Target="../customXml/item2.xml"/><Relationship Id="rId16" Type="http://schemas.openxmlformats.org/officeDocument/2006/relationships/font" Target="fonts/font5.fntdata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font" Target="fonts/font4.fntdata"/><Relationship Id="rId23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font" Target="fonts/font3.fntdata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ovind Kushwaha 25scse1011126" userId="f320597f-9e68-4e21-b97f-19ee1d9881fc" providerId="ADAL" clId="{A3C98E06-093E-4754-9F17-84D705CB1F41}"/>
    <pc:docChg chg="undo redo custSel addSld delSld modSld sldOrd">
      <pc:chgData name="Govind Kushwaha 25scse1011126" userId="f320597f-9e68-4e21-b97f-19ee1d9881fc" providerId="ADAL" clId="{A3C98E06-093E-4754-9F17-84D705CB1F41}" dt="2026-09-08T09:09:19.388" v="83"/>
      <pc:docMkLst>
        <pc:docMk/>
      </pc:docMkLst>
      <pc:sldChg chg="addSp modSp">
        <pc:chgData name="Govind Kushwaha 25scse1011126" userId="f320597f-9e68-4e21-b97f-19ee1d9881fc" providerId="ADAL" clId="{A3C98E06-093E-4754-9F17-84D705CB1F41}" dt="2026-09-08T06:52:19.865" v="6"/>
        <pc:sldMkLst>
          <pc:docMk/>
          <pc:sldMk cId="0" sldId="256"/>
        </pc:sldMkLst>
        <pc:graphicFrameChg chg="add mod">
          <ac:chgData name="Govind Kushwaha 25scse1011126" userId="f320597f-9e68-4e21-b97f-19ee1d9881fc" providerId="ADAL" clId="{A3C98E06-093E-4754-9F17-84D705CB1F41}" dt="2026-09-08T06:52:19.865" v="6"/>
          <ac:graphicFrameMkLst>
            <pc:docMk/>
            <pc:sldMk cId="0" sldId="256"/>
            <ac:graphicFrameMk id="24" creationId="{D6BCFD24-3B6C-6254-4261-9C3BA37591B2}"/>
          </ac:graphicFrameMkLst>
        </pc:graphicFrameChg>
      </pc:sldChg>
      <pc:sldChg chg="addSp delSp mod">
        <pc:chgData name="Govind Kushwaha 25scse1011126" userId="f320597f-9e68-4e21-b97f-19ee1d9881fc" providerId="ADAL" clId="{A3C98E06-093E-4754-9F17-84D705CB1F41}" dt="2026-09-08T06:45:38.258" v="2" actId="478"/>
        <pc:sldMkLst>
          <pc:docMk/>
          <pc:sldMk cId="0" sldId="260"/>
        </pc:sldMkLst>
        <pc:picChg chg="add del">
          <ac:chgData name="Govind Kushwaha 25scse1011126" userId="f320597f-9e68-4e21-b97f-19ee1d9881fc" providerId="ADAL" clId="{A3C98E06-093E-4754-9F17-84D705CB1F41}" dt="2026-09-08T06:45:38.258" v="2" actId="478"/>
          <ac:picMkLst>
            <pc:docMk/>
            <pc:sldMk cId="0" sldId="260"/>
            <ac:picMk id="22" creationId="{00000000-0000-0000-0000-000000000000}"/>
          </ac:picMkLst>
        </pc:picChg>
      </pc:sldChg>
      <pc:sldChg chg="del">
        <pc:chgData name="Govind Kushwaha 25scse1011126" userId="f320597f-9e68-4e21-b97f-19ee1d9881fc" providerId="ADAL" clId="{A3C98E06-093E-4754-9F17-84D705CB1F41}" dt="2026-09-08T06:45:16.121" v="0" actId="47"/>
        <pc:sldMkLst>
          <pc:docMk/>
          <pc:sldMk cId="0" sldId="261"/>
        </pc:sldMkLst>
      </pc:sldChg>
      <pc:sldChg chg="add del">
        <pc:chgData name="Govind Kushwaha 25scse1011126" userId="f320597f-9e68-4e21-b97f-19ee1d9881fc" providerId="ADAL" clId="{A3C98E06-093E-4754-9F17-84D705CB1F41}" dt="2026-09-08T07:17:50.564" v="66" actId="47"/>
        <pc:sldMkLst>
          <pc:docMk/>
          <pc:sldMk cId="1978392364" sldId="263"/>
        </pc:sldMkLst>
      </pc:sldChg>
      <pc:sldChg chg="new del">
        <pc:chgData name="Govind Kushwaha 25scse1011126" userId="f320597f-9e68-4e21-b97f-19ee1d9881fc" providerId="ADAL" clId="{A3C98E06-093E-4754-9F17-84D705CB1F41}" dt="2026-09-08T06:51:35.923" v="4" actId="47"/>
        <pc:sldMkLst>
          <pc:docMk/>
          <pc:sldMk cId="406986378" sldId="266"/>
        </pc:sldMkLst>
      </pc:sldChg>
      <pc:sldChg chg="addSp delSp modSp new mod ord">
        <pc:chgData name="Govind Kushwaha 25scse1011126" userId="f320597f-9e68-4e21-b97f-19ee1d9881fc" providerId="ADAL" clId="{A3C98E06-093E-4754-9F17-84D705CB1F41}" dt="2026-09-08T09:09:19.388" v="83"/>
        <pc:sldMkLst>
          <pc:docMk/>
          <pc:sldMk cId="2559587329" sldId="266"/>
        </pc:sldMkLst>
        <pc:spChg chg="add del mod">
          <ac:chgData name="Govind Kushwaha 25scse1011126" userId="f320597f-9e68-4e21-b97f-19ee1d9881fc" providerId="ADAL" clId="{A3C98E06-093E-4754-9F17-84D705CB1F41}" dt="2026-09-08T07:17:58.987" v="75" actId="47"/>
          <ac:spMkLst>
            <pc:docMk/>
            <pc:sldMk cId="2559587329" sldId="266"/>
            <ac:spMk id="2" creationId="{10B9EB8E-EC58-66A1-6FD6-5BCAC41C8568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3" creationId="{862EB60E-D967-46E5-0513-BDCFA5F00435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4" creationId="{9B26A8EB-8801-D4EF-987B-59BD0304BF91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5" creationId="{A43C20DE-B972-5C7B-2E7C-681431A48B20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6" creationId="{B3549F58-D9CD-E263-A7CF-21DECD335483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7" creationId="{6AC903E6-9BAB-A006-F5EB-809BBE831409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8" creationId="{9943C24A-EC0C-7BD4-605F-7F91891B7E52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9" creationId="{18313B0F-3B59-F9A4-29A7-75D311249D17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10" creationId="{531DBC85-2BF7-781C-21BA-440C8C3860BF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11" creationId="{1859DC90-6D1C-4CF7-1A6F-233105C8ED1D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12" creationId="{7559F404-67E5-D5F7-C2D3-1B673FFC45CA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13" creationId="{ECC19306-1A20-768F-EFB5-52102BE12815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14" creationId="{00711BF0-38F8-990C-F1E9-20C1223435CA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15" creationId="{8931E9F2-79A4-0797-7E43-A544CBA1ED50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16" creationId="{A8713FC7-C616-F6FE-922F-18CEB9F92821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17" creationId="{B434BF87-6864-685E-4ACD-E32D70B761F0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18" creationId="{2404EC4C-85AD-9453-E08A-A9C8C0D74C24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19" creationId="{28236F60-54AB-FFBD-FFB3-3583340DA16E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20" creationId="{6DA0B1C2-4A42-6EDD-B36D-B758B05694BA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21" creationId="{97696D44-D23C-84C2-6D28-4E5D37F26C51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22" creationId="{5B91BD7E-3E37-F6BC-040F-5EF257B01FAE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23" creationId="{0C3DAA37-9A9E-B7C4-FC3E-6753A60D5E77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24" creationId="{6F02A36B-629A-5FDD-A625-0772C08958A8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25" creationId="{AC9C8CE9-ACE0-E223-91F5-8B82D549C827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26" creationId="{C449AFE0-2CA9-C936-491B-5B0DD2ECFEFA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27" creationId="{28F18306-DFB2-BF79-EDA1-6BEB7CC87590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28" creationId="{7E79D116-3B1C-26D8-12FB-571358E6A4B9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29" creationId="{FC081299-7F09-F089-2493-7D2810E96CE0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30" creationId="{281C8C74-0C87-320B-AF53-D4271721726A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31" creationId="{CAD0CC63-D8AA-BAD3-033C-C85D029DAFC2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32" creationId="{3C5C6BE7-7E7F-B7C2-92EF-9F22A5BE8FCD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33" creationId="{27DAFDF7-B26E-61A6-1A29-FB9D045F5657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34" creationId="{816843B4-8545-55F4-8817-F7497CA98712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35" creationId="{F2EF986F-9F9A-EB33-2C8F-489E70A5F059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36" creationId="{905F5D43-A8EA-186E-19E4-E732CF6F04D9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37" creationId="{262DBB94-1D62-BBE3-8E0F-9A0EC1015CE7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38" creationId="{BB96638C-005E-FF7E-0C35-6854A4885DF2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39" creationId="{65F58495-A49B-8D35-8CA3-F7C4B80F006C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40" creationId="{452233AB-051D-F5C3-06A9-D3B88782F37E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41" creationId="{0AFB72BA-7C68-FCB0-3C1E-67713CD60555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42" creationId="{BDF21D42-48C5-EAC0-C560-0B00B888C63D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43" creationId="{A9A2FC4C-53E8-62E3-B756-4FD0492800A5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44" creationId="{DDE0E1DC-FA2F-6183-F05C-9316EA1C284D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45" creationId="{9470A9C0-8EAF-AB4B-5513-EE764A2390A0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55" creationId="{C55C064F-680A-0C2A-52F3-FCD342AEEF4D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56" creationId="{AF397084-0989-C4EF-D62D-863C10999F67}"/>
          </ac:spMkLst>
        </pc:spChg>
        <pc:spChg chg="add mod">
          <ac:chgData name="Govind Kushwaha 25scse1011126" userId="f320597f-9e68-4e21-b97f-19ee1d9881fc" providerId="ADAL" clId="{A3C98E06-093E-4754-9F17-84D705CB1F41}" dt="2026-09-08T06:56:25.479" v="13"/>
          <ac:spMkLst>
            <pc:docMk/>
            <pc:sldMk cId="2559587329" sldId="266"/>
            <ac:spMk id="57" creationId="{5B73335C-55BD-4FCA-30AA-2F2788E38CD5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58" creationId="{A1348792-E301-AC31-320D-36B6A9007DB6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59" creationId="{DFAB9B43-6B3B-3736-634B-1B018AE6885C}"/>
          </ac:spMkLst>
        </pc:spChg>
        <pc:spChg chg="add del mod">
          <ac:chgData name="Govind Kushwaha 25scse1011126" userId="f320597f-9e68-4e21-b97f-19ee1d9881fc" providerId="ADAL" clId="{A3C98E06-093E-4754-9F17-84D705CB1F41}" dt="2026-09-08T07:18:00.417" v="79" actId="6549"/>
          <ac:spMkLst>
            <pc:docMk/>
            <pc:sldMk cId="2559587329" sldId="266"/>
            <ac:spMk id="60" creationId="{C6D8D49A-C422-791D-6D2B-1682F16CA77B}"/>
          </ac:spMkLst>
        </pc:spChg>
        <pc:spChg chg="add del mod">
          <ac:chgData name="Govind Kushwaha 25scse1011126" userId="f320597f-9e68-4e21-b97f-19ee1d9881fc" providerId="ADAL" clId="{A3C98E06-093E-4754-9F17-84D705CB1F41}" dt="2026-09-08T07:17:58.472" v="73" actId="6549"/>
          <ac:spMkLst>
            <pc:docMk/>
            <pc:sldMk cId="2559587329" sldId="266"/>
            <ac:spMk id="61" creationId="{26AE6962-3FE2-32A6-E4D7-68029A72D665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62" creationId="{69271545-ADF5-554A-3E84-D46E81EEDD6E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63" creationId="{7F24E08D-43C4-B9C8-89D5-AB82433BC23D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64" creationId="{A12FB083-815A-B127-5E2C-7E5EF0BA7304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65" creationId="{3150BBFE-3F52-874A-8BAF-7D7369DDAE38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66" creationId="{099050DD-208C-A0D4-5819-906E9FE8FEF5}"/>
          </ac:spMkLst>
        </pc:spChg>
        <pc:spChg chg="add mod">
          <ac:chgData name="Govind Kushwaha 25scse1011126" userId="f320597f-9e68-4e21-b97f-19ee1d9881fc" providerId="ADAL" clId="{A3C98E06-093E-4754-9F17-84D705CB1F41}" dt="2026-09-08T06:57:14.826" v="16" actId="255"/>
          <ac:spMkLst>
            <pc:docMk/>
            <pc:sldMk cId="2559587329" sldId="266"/>
            <ac:spMk id="67" creationId="{05D4A694-79C2-D1E5-1E2F-9E139AE5E01D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68" creationId="{10AE293E-745D-0D8B-231D-B6B46828412B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69" creationId="{813F081D-BB26-2D82-061A-B5C99691C3CF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70" creationId="{8351396D-7043-A99F-672A-4B3A1AB2F675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71" creationId="{E458D0B4-719C-8EC1-E6AC-2B2080C15789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72" creationId="{6F9FA930-F77A-D7F0-C103-7E7A003127C1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73" creationId="{4DDF36D0-F71C-9838-97BD-C54DD393D730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74" creationId="{70656A59-FD2B-985A-9A5B-E42BA8721040}"/>
          </ac:spMkLst>
        </pc:spChg>
        <pc:spChg chg="add mod">
          <ac:chgData name="Govind Kushwaha 25scse1011126" userId="f320597f-9e68-4e21-b97f-19ee1d9881fc" providerId="ADAL" clId="{A3C98E06-093E-4754-9F17-84D705CB1F41}" dt="2026-09-08T06:57:25.491" v="17" actId="255"/>
          <ac:spMkLst>
            <pc:docMk/>
            <pc:sldMk cId="2559587329" sldId="266"/>
            <ac:spMk id="75" creationId="{3F3FCFF9-5077-7F1F-525E-4812A9A734CF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76" creationId="{0A85F32C-A18E-74B1-53EF-DF80CA867046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77" creationId="{556CA035-B8F3-FCDC-E7CF-612E76BC5DB1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78" creationId="{94442441-31BE-708E-F5C6-13E70F3C120A}"/>
          </ac:spMkLst>
        </pc:spChg>
        <pc:spChg chg="add mod">
          <ac:chgData name="Govind Kushwaha 25scse1011126" userId="f320597f-9e68-4e21-b97f-19ee1d9881fc" providerId="ADAL" clId="{A3C98E06-093E-4754-9F17-84D705CB1F41}" dt="2026-09-08T06:57:37.361" v="29" actId="20577"/>
          <ac:spMkLst>
            <pc:docMk/>
            <pc:sldMk cId="2559587329" sldId="266"/>
            <ac:spMk id="79" creationId="{5F189926-3EED-ADB5-3DEE-71F14ADCD7C4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80" creationId="{B0878EAC-3D4F-D37B-F269-FF8F86C1A15C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81" creationId="{F2B24B38-9A4B-207C-F449-A64E38CB01CD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82" creationId="{276BA745-F4CE-C8B3-E9B9-EA1A20A72AE6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83" creationId="{B9796B91-848F-B380-0B46-D5576FAB34CC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84" creationId="{881566BD-C40A-533B-7476-FE3D54619D85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85" creationId="{A993668C-B16A-0115-BB4F-84798BB902D0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86" creationId="{89650B4F-83FE-A6E3-6136-29D89F4BEC5D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87" creationId="{53627595-8CE2-8A1A-CBB0-93AA3C1C9224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88" creationId="{81F72181-A6FE-1B87-E848-15D8F8138ABF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89" creationId="{E83CEA78-5EB0-EA68-BDDF-5CEECD93F5FC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90" creationId="{C5F09605-1372-846F-B150-A12BFB81367C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91" creationId="{CBA8BEE1-144C-8336-37C1-30BB2F391CA3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92" creationId="{8E96869D-E88E-55E7-89EA-027477DACF6B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93" creationId="{C9F3A1D1-96F9-AD71-F303-EF0985770B13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94" creationId="{0A5D6247-CCFB-16A8-46E2-C1816D7A2801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95" creationId="{41474432-CC36-88E2-BC27-852E3C1F5989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96" creationId="{DC46CCB9-48F7-BFF2-FF67-2B41E70F9B76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97" creationId="{BAE4CA80-F415-5B09-4D3A-314F6E1FFC14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98" creationId="{0B73C888-C30F-C911-61F6-97608AF2DE87}"/>
          </ac:spMkLst>
        </pc:spChg>
        <pc:spChg chg="add mod">
          <ac:chgData name="Govind Kushwaha 25scse1011126" userId="f320597f-9e68-4e21-b97f-19ee1d9881fc" providerId="ADAL" clId="{A3C98E06-093E-4754-9F17-84D705CB1F41}" dt="2026-09-08T06:57:47.742" v="30" actId="255"/>
          <ac:spMkLst>
            <pc:docMk/>
            <pc:sldMk cId="2559587329" sldId="266"/>
            <ac:spMk id="99" creationId="{04C57C99-FAD6-58D1-78AC-E90D1F77B14C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100" creationId="{6F0A942B-C904-8E21-8EB2-7E8B65EABAA2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101" creationId="{863D98B4-5CE4-2439-D1FA-C0A0C653BC89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102" creationId="{3F0708E8-0BC2-CA4A-9BD0-8D782BC9EDE6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103" creationId="{4B256D24-4C34-F256-E5CC-BB128D93CABC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104" creationId="{5614A9DB-B2D7-ADD3-E0BB-417EACD66475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105" creationId="{10304708-3680-C0A0-515A-E7012B951165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106" creationId="{0DF4F184-34AC-4722-D0BC-3D1E116A00AB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107" creationId="{92D4F455-ADE8-C5C1-9676-AF1533C57D0E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108" creationId="{AFBC4BC9-5758-F46D-4A59-75138C41AF0E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109" creationId="{372DB0F6-9660-DE3B-A3CA-B7FB346DB49E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110" creationId="{5D6143A6-CA6A-A941-0785-AB4CBB4DF9BC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111" creationId="{28C3A3DC-EFCE-C551-1C33-7864C2708325}"/>
          </ac:spMkLst>
        </pc:spChg>
        <pc:spChg chg="add mod">
          <ac:chgData name="Govind Kushwaha 25scse1011126" userId="f320597f-9e68-4e21-b97f-19ee1d9881fc" providerId="ADAL" clId="{A3C98E06-093E-4754-9F17-84D705CB1F41}" dt="2026-09-08T06:56:55.835" v="14"/>
          <ac:spMkLst>
            <pc:docMk/>
            <pc:sldMk cId="2559587329" sldId="266"/>
            <ac:spMk id="112" creationId="{61267937-1B4A-D0AF-F4B1-521C520E9B5B}"/>
          </ac:spMkLst>
        </pc:spChg>
        <pc:picChg chg="add mod">
          <ac:chgData name="Govind Kushwaha 25scse1011126" userId="f320597f-9e68-4e21-b97f-19ee1d9881fc" providerId="ADAL" clId="{A3C98E06-093E-4754-9F17-84D705CB1F41}" dt="2026-09-08T06:58:20.860" v="60"/>
          <ac:picMkLst>
            <pc:docMk/>
            <pc:sldMk cId="2559587329" sldId="266"/>
            <ac:picMk id="113" creationId="{377738A8-EF4F-5C90-F75C-B5AB9ECAC242}"/>
          </ac:picMkLst>
        </pc:picChg>
        <pc:cxnChg chg="add mod">
          <ac:chgData name="Govind Kushwaha 25scse1011126" userId="f320597f-9e68-4e21-b97f-19ee1d9881fc" providerId="ADAL" clId="{A3C98E06-093E-4754-9F17-84D705CB1F41}" dt="2026-09-08T06:56:25.479" v="13"/>
          <ac:cxnSpMkLst>
            <pc:docMk/>
            <pc:sldMk cId="2559587329" sldId="266"/>
            <ac:cxnSpMk id="46" creationId="{A3C69460-9776-F8FB-55FE-39456D0E0530}"/>
          </ac:cxnSpMkLst>
        </pc:cxnChg>
        <pc:cxnChg chg="add mod">
          <ac:chgData name="Govind Kushwaha 25scse1011126" userId="f320597f-9e68-4e21-b97f-19ee1d9881fc" providerId="ADAL" clId="{A3C98E06-093E-4754-9F17-84D705CB1F41}" dt="2026-09-08T06:56:25.479" v="13"/>
          <ac:cxnSpMkLst>
            <pc:docMk/>
            <pc:sldMk cId="2559587329" sldId="266"/>
            <ac:cxnSpMk id="47" creationId="{4D6CD4EE-8E79-499A-8ECF-BAF9854A0D23}"/>
          </ac:cxnSpMkLst>
        </pc:cxnChg>
        <pc:cxnChg chg="add mod">
          <ac:chgData name="Govind Kushwaha 25scse1011126" userId="f320597f-9e68-4e21-b97f-19ee1d9881fc" providerId="ADAL" clId="{A3C98E06-093E-4754-9F17-84D705CB1F41}" dt="2026-09-08T06:56:25.479" v="13"/>
          <ac:cxnSpMkLst>
            <pc:docMk/>
            <pc:sldMk cId="2559587329" sldId="266"/>
            <ac:cxnSpMk id="48" creationId="{CD530EC1-4768-7485-3047-C5F838CD5C84}"/>
          </ac:cxnSpMkLst>
        </pc:cxnChg>
        <pc:cxnChg chg="add mod">
          <ac:chgData name="Govind Kushwaha 25scse1011126" userId="f320597f-9e68-4e21-b97f-19ee1d9881fc" providerId="ADAL" clId="{A3C98E06-093E-4754-9F17-84D705CB1F41}" dt="2026-09-08T06:56:25.479" v="13"/>
          <ac:cxnSpMkLst>
            <pc:docMk/>
            <pc:sldMk cId="2559587329" sldId="266"/>
            <ac:cxnSpMk id="49" creationId="{0AA64D3F-5345-B777-13EC-4037CAF2B43D}"/>
          </ac:cxnSpMkLst>
        </pc:cxnChg>
        <pc:cxnChg chg="add mod">
          <ac:chgData name="Govind Kushwaha 25scse1011126" userId="f320597f-9e68-4e21-b97f-19ee1d9881fc" providerId="ADAL" clId="{A3C98E06-093E-4754-9F17-84D705CB1F41}" dt="2026-09-08T06:56:25.479" v="13"/>
          <ac:cxnSpMkLst>
            <pc:docMk/>
            <pc:sldMk cId="2559587329" sldId="266"/>
            <ac:cxnSpMk id="50" creationId="{574E9800-64E0-8050-E926-9F704B05529A}"/>
          </ac:cxnSpMkLst>
        </pc:cxnChg>
        <pc:cxnChg chg="add mod">
          <ac:chgData name="Govind Kushwaha 25scse1011126" userId="f320597f-9e68-4e21-b97f-19ee1d9881fc" providerId="ADAL" clId="{A3C98E06-093E-4754-9F17-84D705CB1F41}" dt="2026-09-08T06:56:25.479" v="13"/>
          <ac:cxnSpMkLst>
            <pc:docMk/>
            <pc:sldMk cId="2559587329" sldId="266"/>
            <ac:cxnSpMk id="51" creationId="{2C5DF984-14F1-8D14-5E37-FDC41EA82CD7}"/>
          </ac:cxnSpMkLst>
        </pc:cxnChg>
        <pc:cxnChg chg="add mod">
          <ac:chgData name="Govind Kushwaha 25scse1011126" userId="f320597f-9e68-4e21-b97f-19ee1d9881fc" providerId="ADAL" clId="{A3C98E06-093E-4754-9F17-84D705CB1F41}" dt="2026-09-08T06:56:25.479" v="13"/>
          <ac:cxnSpMkLst>
            <pc:docMk/>
            <pc:sldMk cId="2559587329" sldId="266"/>
            <ac:cxnSpMk id="52" creationId="{507D67C7-CD3E-B36C-E7C9-B9226C9159C6}"/>
          </ac:cxnSpMkLst>
        </pc:cxnChg>
        <pc:cxnChg chg="add mod">
          <ac:chgData name="Govind Kushwaha 25scse1011126" userId="f320597f-9e68-4e21-b97f-19ee1d9881fc" providerId="ADAL" clId="{A3C98E06-093E-4754-9F17-84D705CB1F41}" dt="2026-09-08T06:56:25.479" v="13"/>
          <ac:cxnSpMkLst>
            <pc:docMk/>
            <pc:sldMk cId="2559587329" sldId="266"/>
            <ac:cxnSpMk id="53" creationId="{34C2D993-BDF8-6309-37B8-DC69E64D1271}"/>
          </ac:cxnSpMkLst>
        </pc:cxnChg>
        <pc:cxnChg chg="add mod">
          <ac:chgData name="Govind Kushwaha 25scse1011126" userId="f320597f-9e68-4e21-b97f-19ee1d9881fc" providerId="ADAL" clId="{A3C98E06-093E-4754-9F17-84D705CB1F41}" dt="2026-09-08T06:56:25.479" v="13"/>
          <ac:cxnSpMkLst>
            <pc:docMk/>
            <pc:sldMk cId="2559587329" sldId="266"/>
            <ac:cxnSpMk id="54" creationId="{18513B85-95A3-B7B2-AF9B-CA1162031684}"/>
          </ac:cxnSpMkLst>
        </pc:cxnChg>
      </pc:sldChg>
    </pc:docChg>
  </pc:docChgLst>
  <pc:docChgLst>
    <pc:chgData name="Govind Kushwaha 25scse1011126" userId="f320597f-9e68-4e21-b97f-19ee1d9881fc" providerId="ADAL" clId="{6E0E2221-BE2A-460F-863C-81A1BF3701FC}"/>
    <pc:docChg chg="modSld">
      <pc:chgData name="Govind Kushwaha 25scse1011126" userId="f320597f-9e68-4e21-b97f-19ee1d9881fc" providerId="ADAL" clId="{6E0E2221-BE2A-460F-863C-81A1BF3701FC}" dt="2026-09-07T08:57:58.586" v="25" actId="1076"/>
      <pc:docMkLst>
        <pc:docMk/>
      </pc:docMkLst>
      <pc:sldChg chg="addSp delSp modSp mod">
        <pc:chgData name="Govind Kushwaha 25scse1011126" userId="f320597f-9e68-4e21-b97f-19ee1d9881fc" providerId="ADAL" clId="{6E0E2221-BE2A-460F-863C-81A1BF3701FC}" dt="2026-09-07T08:56:52.382" v="14"/>
        <pc:sldMkLst>
          <pc:docMk/>
          <pc:sldMk cId="0" sldId="256"/>
        </pc:sldMkLst>
        <pc:spChg chg="add del mod">
          <ac:chgData name="Govind Kushwaha 25scse1011126" userId="f320597f-9e68-4e21-b97f-19ee1d9881fc" providerId="ADAL" clId="{6E0E2221-BE2A-460F-863C-81A1BF3701FC}" dt="2026-09-07T08:56:52.382" v="14"/>
          <ac:spMkLst>
            <pc:docMk/>
            <pc:sldMk cId="0" sldId="256"/>
            <ac:spMk id="24" creationId="{2ED762B8-DB7C-4419-75C3-52012DDBEF60}"/>
          </ac:spMkLst>
        </pc:spChg>
        <pc:picChg chg="add mod">
          <ac:chgData name="Govind Kushwaha 25scse1011126" userId="f320597f-9e68-4e21-b97f-19ee1d9881fc" providerId="ADAL" clId="{6E0E2221-BE2A-460F-863C-81A1BF3701FC}" dt="2026-09-07T08:56:50.317" v="12" actId="1076"/>
          <ac:picMkLst>
            <pc:docMk/>
            <pc:sldMk cId="0" sldId="256"/>
            <ac:picMk id="25" creationId="{DD881B94-3610-01EB-114A-AC823B46EA8D}"/>
          </ac:picMkLst>
        </pc:picChg>
      </pc:sldChg>
      <pc:sldChg chg="addSp modSp mod modTransition">
        <pc:chgData name="Govind Kushwaha 25scse1011126" userId="f320597f-9e68-4e21-b97f-19ee1d9881fc" providerId="ADAL" clId="{6E0E2221-BE2A-460F-863C-81A1BF3701FC}" dt="2026-09-07T08:57:23.053" v="19" actId="14100"/>
        <pc:sldMkLst>
          <pc:docMk/>
          <pc:sldMk cId="0" sldId="260"/>
        </pc:sldMkLst>
        <pc:picChg chg="mod">
          <ac:chgData name="Govind Kushwaha 25scse1011126" userId="f320597f-9e68-4e21-b97f-19ee1d9881fc" providerId="ADAL" clId="{6E0E2221-BE2A-460F-863C-81A1BF3701FC}" dt="2026-09-07T08:57:23.053" v="19" actId="14100"/>
          <ac:picMkLst>
            <pc:docMk/>
            <pc:sldMk cId="0" sldId="260"/>
            <ac:picMk id="22" creationId="{00000000-0000-0000-0000-000000000000}"/>
          </ac:picMkLst>
        </pc:picChg>
        <pc:picChg chg="add mod">
          <ac:chgData name="Govind Kushwaha 25scse1011126" userId="f320597f-9e68-4e21-b97f-19ee1d9881fc" providerId="ADAL" clId="{6E0E2221-BE2A-460F-863C-81A1BF3701FC}" dt="2026-09-07T08:57:18.277" v="18" actId="1076"/>
          <ac:picMkLst>
            <pc:docMk/>
            <pc:sldMk cId="0" sldId="260"/>
            <ac:picMk id="26" creationId="{C309628A-AB13-34FB-0580-633EF5D29BBB}"/>
          </ac:picMkLst>
        </pc:picChg>
      </pc:sldChg>
      <pc:sldChg chg="addSp modSp mod modTransition">
        <pc:chgData name="Govind Kushwaha 25scse1011126" userId="f320597f-9e68-4e21-b97f-19ee1d9881fc" providerId="ADAL" clId="{6E0E2221-BE2A-460F-863C-81A1BF3701FC}" dt="2026-09-07T08:57:47.290" v="23" actId="1076"/>
        <pc:sldMkLst>
          <pc:docMk/>
          <pc:sldMk cId="0" sldId="261"/>
        </pc:sldMkLst>
        <pc:picChg chg="add mod">
          <ac:chgData name="Govind Kushwaha 25scse1011126" userId="f320597f-9e68-4e21-b97f-19ee1d9881fc" providerId="ADAL" clId="{6E0E2221-BE2A-460F-863C-81A1BF3701FC}" dt="2026-09-07T08:57:47.290" v="23" actId="1076"/>
          <ac:picMkLst>
            <pc:docMk/>
            <pc:sldMk cId="0" sldId="261"/>
            <ac:picMk id="33" creationId="{ABCECA84-9F90-9C28-C13D-19450C6016B3}"/>
          </ac:picMkLst>
        </pc:picChg>
      </pc:sldChg>
      <pc:sldChg chg="addSp modSp mod modTransition">
        <pc:chgData name="Govind Kushwaha 25scse1011126" userId="f320597f-9e68-4e21-b97f-19ee1d9881fc" providerId="ADAL" clId="{6E0E2221-BE2A-460F-863C-81A1BF3701FC}" dt="2026-09-07T08:57:58.586" v="25" actId="1076"/>
        <pc:sldMkLst>
          <pc:docMk/>
          <pc:sldMk cId="0" sldId="262"/>
        </pc:sldMkLst>
        <pc:picChg chg="add mod">
          <ac:chgData name="Govind Kushwaha 25scse1011126" userId="f320597f-9e68-4e21-b97f-19ee1d9881fc" providerId="ADAL" clId="{6E0E2221-BE2A-460F-863C-81A1BF3701FC}" dt="2026-09-07T08:57:58.586" v="25" actId="1076"/>
          <ac:picMkLst>
            <pc:docMk/>
            <pc:sldMk cId="0" sldId="262"/>
            <ac:picMk id="40" creationId="{A58853FD-F953-5D3A-2902-D85250677195}"/>
          </ac:picMkLst>
        </pc:picChg>
      </pc:sldChg>
      <pc:sldChg chg="modTransition">
        <pc:chgData name="Govind Kushwaha 25scse1011126" userId="f320597f-9e68-4e21-b97f-19ee1d9881fc" providerId="ADAL" clId="{6E0E2221-BE2A-460F-863C-81A1BF3701FC}" dt="2026-09-07T08:51:46.063" v="2"/>
        <pc:sldMkLst>
          <pc:docMk/>
          <pc:sldMk cId="1978392364" sldId="263"/>
        </pc:sldMkLst>
      </pc:sldChg>
      <pc:sldChg chg="addSp modSp mod modTransition">
        <pc:chgData name="Govind Kushwaha 25scse1011126" userId="f320597f-9e68-4e21-b97f-19ee1d9881fc" providerId="ADAL" clId="{6E0E2221-BE2A-460F-863C-81A1BF3701FC}" dt="2026-09-07T08:57:03.760" v="16" actId="1076"/>
        <pc:sldMkLst>
          <pc:docMk/>
          <pc:sldMk cId="656836082" sldId="265"/>
        </pc:sldMkLst>
        <pc:picChg chg="add mod">
          <ac:chgData name="Govind Kushwaha 25scse1011126" userId="f320597f-9e68-4e21-b97f-19ee1d9881fc" providerId="ADAL" clId="{6E0E2221-BE2A-460F-863C-81A1BF3701FC}" dt="2026-09-07T08:57:03.760" v="16" actId="1076"/>
          <ac:picMkLst>
            <pc:docMk/>
            <pc:sldMk cId="656836082" sldId="265"/>
            <ac:picMk id="19" creationId="{B1EFD351-75CE-F5D6-8438-1E14EEF07052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84795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DED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>
              <a:alpha val="85000"/>
            </a:srgbClr>
          </a:solidFill>
          <a:ln/>
        </p:spPr>
      </p:sp>
      <p:pic>
        <p:nvPicPr>
          <p:cNvPr id="6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DED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DED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>
              <a:alpha val="70000"/>
            </a:srgbClr>
          </a:solidFill>
          <a:ln/>
        </p:spPr>
      </p:sp>
      <p:pic>
        <p:nvPicPr>
          <p:cNvPr id="6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DED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>
              <a:alpha val="40000"/>
            </a:srgbClr>
          </a:solidFill>
          <a:ln/>
        </p:spPr>
      </p:sp>
      <p:pic>
        <p:nvPicPr>
          <p:cNvPr id="6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7" Type="http://schemas.openxmlformats.org/officeDocument/2006/relationships/image" Target="../media/image6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15.png"/><Relationship Id="rId4" Type="http://schemas.openxmlformats.org/officeDocument/2006/relationships/image" Target="../media/image14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1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1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767457"/>
            <a:ext cx="223237" cy="282674"/>
          </a:xfrm>
          <a:prstGeom prst="roundRect">
            <a:avLst>
              <a:gd name="adj" fmla="val 28005"/>
            </a:avLst>
          </a:prstGeom>
          <a:solidFill>
            <a:srgbClr val="E8E6E3"/>
          </a:solidFill>
          <a:ln/>
        </p:spPr>
      </p:sp>
      <p:sp>
        <p:nvSpPr>
          <p:cNvPr id="3" name="Text 1"/>
          <p:cNvSpPr/>
          <p:nvPr/>
        </p:nvSpPr>
        <p:spPr>
          <a:xfrm>
            <a:off x="661475" y="1123355"/>
            <a:ext cx="5207465" cy="17442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kern="0" spc="-73" dirty="0">
                <a:solidFill>
                  <a:srgbClr val="3A3A3A"/>
                </a:solidFill>
                <a:latin typeface="Noto Serif Medium" pitchFamily="34" charset="0"/>
                <a:ea typeface="Noto Serif Medium" pitchFamily="34" charset="-122"/>
                <a:cs typeface="Noto Serif Medium" pitchFamily="34" charset="-120"/>
              </a:rPr>
              <a:t>AI-Driven Multi-Vendor Network Security Compliance Auditor</a:t>
            </a:r>
            <a:endParaRPr lang="en-US" sz="3650" dirty="0"/>
          </a:p>
        </p:txBody>
      </p:sp>
      <p:sp>
        <p:nvSpPr>
          <p:cNvPr id="4" name="Text 2"/>
          <p:cNvSpPr/>
          <p:nvPr/>
        </p:nvSpPr>
        <p:spPr>
          <a:xfrm>
            <a:off x="661475" y="2940844"/>
            <a:ext cx="5207465" cy="46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00" kern="0" spc="-59" dirty="0">
                <a:solidFill>
                  <a:srgbClr val="6F7F71"/>
                </a:solidFill>
                <a:latin typeface="Noto Serif Medium" pitchFamily="34" charset="0"/>
                <a:ea typeface="Noto Serif Medium" pitchFamily="34" charset="-122"/>
                <a:cs typeface="Noto Serif Medium" pitchFamily="34" charset="-120"/>
              </a:rPr>
              <a:t>CyberConfig AI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1475" y="3589139"/>
            <a:ext cx="5207465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45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Team </a:t>
            </a:r>
            <a:r>
              <a:rPr lang="en-US" sz="1450" b="1" dirty="0">
                <a:solidFill>
                  <a:srgbClr val="4C4C4C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Cyber Shield</a:t>
            </a:r>
            <a:r>
              <a:rPr lang="en-US" sz="145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· Enterprise Network Security Automation 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61475" y="4680942"/>
            <a:ext cx="2564145" cy="282674"/>
          </a:xfrm>
          <a:prstGeom prst="roundRect">
            <a:avLst>
              <a:gd name="adj" fmla="val 22117"/>
            </a:avLst>
          </a:prstGeom>
          <a:solidFill>
            <a:srgbClr val="E8E6E3"/>
          </a:solidFill>
          <a:ln/>
        </p:spPr>
      </p:sp>
      <p:sp>
        <p:nvSpPr>
          <p:cNvPr id="7" name="Text 5"/>
          <p:cNvSpPr/>
          <p:nvPr/>
        </p:nvSpPr>
        <p:spPr>
          <a:xfrm>
            <a:off x="773093" y="4736703"/>
            <a:ext cx="2950493" cy="171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SMART INDIA HACKATHON 2026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61475" y="5056584"/>
            <a:ext cx="2607404" cy="282674"/>
          </a:xfrm>
          <a:prstGeom prst="roundRect">
            <a:avLst>
              <a:gd name="adj" fmla="val 22117"/>
            </a:avLst>
          </a:prstGeom>
          <a:noFill/>
          <a:ln w="6350">
            <a:solidFill>
              <a:srgbClr val="9C928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3093" y="5112345"/>
            <a:ext cx="2993752" cy="171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dirty="0">
                <a:solidFill>
                  <a:srgbClr val="9C9283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PROBLEM STATEMENT: SIH26155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61475" y="5432227"/>
            <a:ext cx="3182461" cy="282674"/>
          </a:xfrm>
          <a:prstGeom prst="roundRect">
            <a:avLst>
              <a:gd name="adj" fmla="val 22117"/>
            </a:avLst>
          </a:prstGeom>
          <a:noFill/>
          <a:ln w="6350">
            <a:solidFill>
              <a:srgbClr val="9C92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3093" y="5487988"/>
            <a:ext cx="3568809" cy="171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dirty="0">
                <a:solidFill>
                  <a:srgbClr val="9C9283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THEME: BLOCKCHAIN &amp; CYBERSECURITY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936902" y="5432227"/>
            <a:ext cx="1889772" cy="282674"/>
          </a:xfrm>
          <a:prstGeom prst="roundRect">
            <a:avLst>
              <a:gd name="adj" fmla="val 22117"/>
            </a:avLst>
          </a:prstGeom>
          <a:noFill/>
          <a:ln w="6350">
            <a:solidFill>
              <a:srgbClr val="9C928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48520" y="5487988"/>
            <a:ext cx="2276120" cy="171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dirty="0">
                <a:solidFill>
                  <a:srgbClr val="9C9283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CATEGORY: SOFTWARE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61475" y="5807869"/>
            <a:ext cx="772994" cy="282674"/>
          </a:xfrm>
          <a:prstGeom prst="roundRect">
            <a:avLst>
              <a:gd name="adj" fmla="val 22117"/>
            </a:avLst>
          </a:prstGeom>
          <a:noFill/>
          <a:ln w="6350">
            <a:solidFill>
              <a:srgbClr val="9C928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3093" y="5863630"/>
            <a:ext cx="1159342" cy="171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dirty="0">
                <a:solidFill>
                  <a:srgbClr val="9C9283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TID-306</a:t>
            </a:r>
            <a:endParaRPr lang="en-US" sz="1150" dirty="0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3428" y="767457"/>
            <a:ext cx="4858720" cy="458341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969926" y="3678248"/>
            <a:ext cx="1542432" cy="241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500" kern="0" spc="-30" dirty="0">
                <a:solidFill>
                  <a:srgbClr val="000000"/>
                </a:solidFill>
                <a:latin typeface="Noto Serif Medium" pitchFamily="34" charset="0"/>
                <a:ea typeface="Noto Serif Medium" pitchFamily="34" charset="-122"/>
                <a:cs typeface="Noto Serif Medium" pitchFamily="34" charset="-120"/>
              </a:rPr>
              <a:t>Network Devices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969926" y="3989053"/>
            <a:ext cx="1542432" cy="5759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Collect multi-vendor configuration and telemetry data.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31387" y="1561754"/>
            <a:ext cx="1542432" cy="241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500" kern="0" spc="-30" dirty="0">
                <a:solidFill>
                  <a:srgbClr val="000000"/>
                </a:solidFill>
                <a:latin typeface="Noto Serif Medium" pitchFamily="34" charset="0"/>
                <a:ea typeface="Noto Serif Medium" pitchFamily="34" charset="-122"/>
                <a:cs typeface="Noto Serif Medium" pitchFamily="34" charset="-120"/>
              </a:rPr>
              <a:t>AI Engine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8131387" y="1872560"/>
            <a:ext cx="1542432" cy="5759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Analyze policies, detect deviations, and suggest fixes.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9361542" y="3582263"/>
            <a:ext cx="1542431" cy="241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500" kern="0" spc="-30" dirty="0">
                <a:solidFill>
                  <a:srgbClr val="000000"/>
                </a:solidFill>
                <a:latin typeface="Noto Serif Medium" pitchFamily="34" charset="0"/>
                <a:ea typeface="Noto Serif Medium" pitchFamily="34" charset="-122"/>
                <a:cs typeface="Noto Serif Medium" pitchFamily="34" charset="-120"/>
              </a:rPr>
              <a:t>Security Shield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9361542" y="3893069"/>
            <a:ext cx="1542431" cy="767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Automate remediation and enforce compliance across devices.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329105" y="5556845"/>
            <a:ext cx="581705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4C4C4C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Detect → Explain → Fix → Verify → Learn</a:t>
            </a:r>
            <a:endParaRPr lang="en-US" sz="145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DD881B94-3610-01EB-114A-AC823B46EA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7863" y="15471"/>
            <a:ext cx="2249850" cy="10623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7DE185E-5099-3AC2-EBA0-52EE49A1E195}"/>
              </a:ext>
            </a:extLst>
          </p:cNvPr>
          <p:cNvSpPr/>
          <p:nvPr/>
        </p:nvSpPr>
        <p:spPr>
          <a:xfrm>
            <a:off x="661475" y="572790"/>
            <a:ext cx="1097729" cy="242292"/>
          </a:xfrm>
          <a:prstGeom prst="roundRect">
            <a:avLst>
              <a:gd name="adj" fmla="val 22117"/>
            </a:avLst>
          </a:prstGeom>
          <a:solidFill>
            <a:srgbClr val="E8E6E3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1A3ABFB-6E34-FDE0-EE01-0BE4ED46AF40}"/>
              </a:ext>
            </a:extLst>
          </p:cNvPr>
          <p:cNvSpPr/>
          <p:nvPr/>
        </p:nvSpPr>
        <p:spPr>
          <a:xfrm>
            <a:off x="757119" y="620613"/>
            <a:ext cx="1516025" cy="1466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1D9B617-720E-2BA9-9F92-2E82079C0C83}"/>
              </a:ext>
            </a:extLst>
          </p:cNvPr>
          <p:cNvSpPr/>
          <p:nvPr/>
        </p:nvSpPr>
        <p:spPr>
          <a:xfrm>
            <a:off x="661475" y="868859"/>
            <a:ext cx="10868745" cy="498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00" kern="0" spc="-63" dirty="0">
                <a:solidFill>
                  <a:srgbClr val="3A3A3A"/>
                </a:solidFill>
                <a:latin typeface="Noto Serif Medium" pitchFamily="34" charset="0"/>
                <a:ea typeface="Noto Serif Medium" pitchFamily="34" charset="-122"/>
                <a:cs typeface="Noto Serif Medium" pitchFamily="34" charset="-120"/>
              </a:rPr>
              <a:t>Why This Is Needed</a:t>
            </a:r>
            <a:endParaRPr lang="en-US" sz="3100" dirty="0"/>
          </a:p>
        </p:txBody>
      </p:sp>
      <p:pic>
        <p:nvPicPr>
          <p:cNvPr id="5" name="Image 0" descr="preencoded.png">
            <a:extLst>
              <a:ext uri="{FF2B5EF4-FFF2-40B4-BE49-F238E27FC236}">
                <a16:creationId xmlns:a16="http://schemas.microsoft.com/office/drawing/2014/main" id="{18E02AA4-9177-E368-F8EA-DBC1F0689F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475" y="1720354"/>
            <a:ext cx="2397164" cy="2397224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995E83D3-73E6-DFAA-6014-5CA81D8ED579}"/>
              </a:ext>
            </a:extLst>
          </p:cNvPr>
          <p:cNvSpPr/>
          <p:nvPr/>
        </p:nvSpPr>
        <p:spPr>
          <a:xfrm>
            <a:off x="661475" y="4268887"/>
            <a:ext cx="2397164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kern="0" spc="-31" dirty="0">
                <a:solidFill>
                  <a:srgbClr val="3A3A3A"/>
                </a:solidFill>
                <a:latin typeface="Noto Serif Medium" pitchFamily="34" charset="0"/>
                <a:ea typeface="Noto Serif Medium" pitchFamily="34" charset="-122"/>
                <a:cs typeface="Noto Serif Medium" pitchFamily="34" charset="-120"/>
              </a:rPr>
              <a:t>Scale</a:t>
            </a:r>
            <a:endParaRPr lang="en-US" sz="155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79BA7374-6A1E-A785-64FA-55A9CE7C92E4}"/>
              </a:ext>
            </a:extLst>
          </p:cNvPr>
          <p:cNvSpPr/>
          <p:nvPr/>
        </p:nvSpPr>
        <p:spPr>
          <a:xfrm>
            <a:off x="661475" y="4652566"/>
            <a:ext cx="2397164" cy="4702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b="1" dirty="0">
                <a:solidFill>
                  <a:srgbClr val="4C4C4C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1,000+ branches</a:t>
            </a:r>
            <a:r>
              <a:rPr lang="en-US" sz="125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with a huge device footprint.</a:t>
            </a:r>
            <a:endParaRPr lang="en-US" sz="1250" dirty="0"/>
          </a:p>
        </p:txBody>
      </p:sp>
      <p:pic>
        <p:nvPicPr>
          <p:cNvPr id="8" name="Image 1" descr="preencoded.png">
            <a:extLst>
              <a:ext uri="{FF2B5EF4-FFF2-40B4-BE49-F238E27FC236}">
                <a16:creationId xmlns:a16="http://schemas.microsoft.com/office/drawing/2014/main" id="{FFB34C8A-D435-B62A-AB8A-57AFEFC81A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4115" y="1720354"/>
            <a:ext cx="2481597" cy="2481659"/>
          </a:xfrm>
          <a:prstGeom prst="rect">
            <a:avLst/>
          </a:prstGeom>
        </p:spPr>
      </p:pic>
      <p:sp>
        <p:nvSpPr>
          <p:cNvPr id="9" name="Text 5">
            <a:extLst>
              <a:ext uri="{FF2B5EF4-FFF2-40B4-BE49-F238E27FC236}">
                <a16:creationId xmlns:a16="http://schemas.microsoft.com/office/drawing/2014/main" id="{331CD3B9-919D-8780-8462-7F532344A234}"/>
              </a:ext>
            </a:extLst>
          </p:cNvPr>
          <p:cNvSpPr/>
          <p:nvPr/>
        </p:nvSpPr>
        <p:spPr>
          <a:xfrm>
            <a:off x="3454115" y="4353322"/>
            <a:ext cx="2481597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kern="0" spc="-31" dirty="0">
                <a:solidFill>
                  <a:srgbClr val="3A3A3A"/>
                </a:solidFill>
                <a:latin typeface="Noto Serif Medium" pitchFamily="34" charset="0"/>
                <a:ea typeface="Noto Serif Medium" pitchFamily="34" charset="-122"/>
                <a:cs typeface="Noto Serif Medium" pitchFamily="34" charset="-120"/>
              </a:rPr>
              <a:t>Vendor Diversity</a:t>
            </a:r>
            <a:endParaRPr lang="en-US" sz="155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7882FFAE-4CD0-39BE-C2CA-856E4AC9717F}"/>
              </a:ext>
            </a:extLst>
          </p:cNvPr>
          <p:cNvSpPr/>
          <p:nvPr/>
        </p:nvSpPr>
        <p:spPr>
          <a:xfrm>
            <a:off x="3454115" y="4737001"/>
            <a:ext cx="2481597" cy="7054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b="1" dirty="0">
                <a:solidFill>
                  <a:srgbClr val="4C4C4C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Cisco, Palo Alto, Fortinet, and Juniper</a:t>
            </a:r>
            <a:r>
              <a:rPr lang="en-US" sz="125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each use different syntax.</a:t>
            </a:r>
            <a:endParaRPr lang="en-US" sz="1250" dirty="0"/>
          </a:p>
        </p:txBody>
      </p:sp>
      <p:pic>
        <p:nvPicPr>
          <p:cNvPr id="11" name="Image 2" descr="preencoded.png">
            <a:extLst>
              <a:ext uri="{FF2B5EF4-FFF2-40B4-BE49-F238E27FC236}">
                <a16:creationId xmlns:a16="http://schemas.microsoft.com/office/drawing/2014/main" id="{0E4AEE13-3490-85F6-E863-46754228F8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1188" y="1720354"/>
            <a:ext cx="2397164" cy="2397224"/>
          </a:xfrm>
          <a:prstGeom prst="rect">
            <a:avLst/>
          </a:prstGeom>
        </p:spPr>
      </p:pic>
      <p:sp>
        <p:nvSpPr>
          <p:cNvPr id="12" name="Text 7">
            <a:extLst>
              <a:ext uri="{FF2B5EF4-FFF2-40B4-BE49-F238E27FC236}">
                <a16:creationId xmlns:a16="http://schemas.microsoft.com/office/drawing/2014/main" id="{25A0A5E2-AD18-4F0B-0687-6888AA4693DF}"/>
              </a:ext>
            </a:extLst>
          </p:cNvPr>
          <p:cNvSpPr/>
          <p:nvPr/>
        </p:nvSpPr>
        <p:spPr>
          <a:xfrm>
            <a:off x="6331188" y="4268887"/>
            <a:ext cx="2397164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kern="0" spc="-31" dirty="0">
                <a:solidFill>
                  <a:srgbClr val="3A3A3A"/>
                </a:solidFill>
                <a:latin typeface="Noto Serif Medium" pitchFamily="34" charset="0"/>
                <a:ea typeface="Noto Serif Medium" pitchFamily="34" charset="-122"/>
                <a:cs typeface="Noto Serif Medium" pitchFamily="34" charset="-120"/>
              </a:rPr>
              <a:t>Manual Auditing</a:t>
            </a:r>
            <a:endParaRPr lang="en-US" sz="1550" dirty="0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3DF78648-946E-AB78-1371-3023B7DC253E}"/>
              </a:ext>
            </a:extLst>
          </p:cNvPr>
          <p:cNvSpPr/>
          <p:nvPr/>
        </p:nvSpPr>
        <p:spPr>
          <a:xfrm>
            <a:off x="6331188" y="4652566"/>
            <a:ext cx="2397164" cy="4702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Slow, error-prone, and unsustainable.</a:t>
            </a:r>
            <a:endParaRPr lang="en-US" sz="1250" dirty="0"/>
          </a:p>
        </p:txBody>
      </p:sp>
      <p:pic>
        <p:nvPicPr>
          <p:cNvPr id="14" name="Image 3" descr="preencoded.png">
            <a:extLst>
              <a:ext uri="{FF2B5EF4-FFF2-40B4-BE49-F238E27FC236}">
                <a16:creationId xmlns:a16="http://schemas.microsoft.com/office/drawing/2014/main" id="{088BC4A0-F83C-AF07-0E1B-9D080A491A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3829" y="1720354"/>
            <a:ext cx="2425342" cy="2552005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763ED335-398A-32D5-BF18-9227F1AED3C6}"/>
              </a:ext>
            </a:extLst>
          </p:cNvPr>
          <p:cNvSpPr/>
          <p:nvPr/>
        </p:nvSpPr>
        <p:spPr>
          <a:xfrm>
            <a:off x="9123829" y="4423668"/>
            <a:ext cx="2425342" cy="9405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Manual auditing of multi-vendor network devices is slow, complex, error-prone, and difficult to scale.”</a:t>
            </a:r>
            <a:endParaRPr lang="en-US" sz="1250" dirty="0"/>
          </a:p>
        </p:txBody>
      </p:sp>
      <p:sp>
        <p:nvSpPr>
          <p:cNvPr id="16" name="Shape 10">
            <a:extLst>
              <a:ext uri="{FF2B5EF4-FFF2-40B4-BE49-F238E27FC236}">
                <a16:creationId xmlns:a16="http://schemas.microsoft.com/office/drawing/2014/main" id="{155993FB-8D34-308F-D161-3C0AC3AE693A}"/>
              </a:ext>
            </a:extLst>
          </p:cNvPr>
          <p:cNvSpPr/>
          <p:nvPr/>
        </p:nvSpPr>
        <p:spPr>
          <a:xfrm>
            <a:off x="661475" y="5714802"/>
            <a:ext cx="10868745" cy="570309"/>
          </a:xfrm>
          <a:prstGeom prst="roundRect">
            <a:avLst>
              <a:gd name="adj" fmla="val 11745"/>
            </a:avLst>
          </a:prstGeom>
          <a:solidFill>
            <a:srgbClr val="FCF2B5"/>
          </a:solidFill>
          <a:ln/>
        </p:spPr>
      </p:sp>
      <p:pic>
        <p:nvPicPr>
          <p:cNvPr id="17" name="Image 4" descr="preencoded.png">
            <a:extLst>
              <a:ext uri="{FF2B5EF4-FFF2-40B4-BE49-F238E27FC236}">
                <a16:creationId xmlns:a16="http://schemas.microsoft.com/office/drawing/2014/main" id="{6213ABC5-C06D-4166-0DD4-AD0E40A80A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915" y="5908278"/>
            <a:ext cx="199325" cy="159445"/>
          </a:xfrm>
          <a:prstGeom prst="rect">
            <a:avLst/>
          </a:prstGeom>
        </p:spPr>
      </p:pic>
      <p:sp>
        <p:nvSpPr>
          <p:cNvPr id="18" name="Text 11">
            <a:extLst>
              <a:ext uri="{FF2B5EF4-FFF2-40B4-BE49-F238E27FC236}">
                <a16:creationId xmlns:a16="http://schemas.microsoft.com/office/drawing/2014/main" id="{F8FEDD30-8B2A-60C9-FC59-8EC48992FB12}"/>
              </a:ext>
            </a:extLst>
          </p:cNvPr>
          <p:cNvSpPr/>
          <p:nvPr/>
        </p:nvSpPr>
        <p:spPr>
          <a:xfrm>
            <a:off x="1179681" y="5889129"/>
            <a:ext cx="10800683" cy="235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Security Policy:</a:t>
            </a:r>
            <a:r>
              <a:rPr lang="en-US" sz="1250" dirty="0">
                <a:solidFill>
                  <a:srgbClr val="000000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"Public SSH access should not be allowed." A device exposes SSH publicly → </a:t>
            </a:r>
            <a:r>
              <a:rPr lang="en-US" sz="1250" b="1" dirty="0">
                <a:solidFill>
                  <a:srgbClr val="000000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NON-COMPLIANT — HIGH PRIORITY</a:t>
            </a:r>
            <a:endParaRPr lang="en-US" sz="125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1EFD351-75CE-F5D6-8438-1E14EEF0705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5950" y="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8360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0B9EB8E-EC58-66A1-6FD6-5BCAC41C8568}"/>
              </a:ext>
            </a:extLst>
          </p:cNvPr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  <p:sp>
        <p:nvSpPr>
          <p:cNvPr id="58" name="TextBox 1">
            <a:extLst>
              <a:ext uri="{FF2B5EF4-FFF2-40B4-BE49-F238E27FC236}">
                <a16:creationId xmlns:a16="http://schemas.microsoft.com/office/drawing/2014/main" id="{A1348792-E301-AC31-320D-36B6A9007DB6}"/>
              </a:ext>
            </a:extLst>
          </p:cNvPr>
          <p:cNvSpPr txBox="1"/>
          <p:nvPr/>
        </p:nvSpPr>
        <p:spPr>
          <a:xfrm>
            <a:off x="685952" y="128016"/>
            <a:ext cx="4572000" cy="27432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800" b="1">
                <a:solidFill>
                  <a:srgbClr val="122A46"/>
                </a:solidFill>
                <a:latin typeface="Aptos"/>
              </a:rPr>
              <a:t>CYBERCONFIG AI</a:t>
            </a:r>
          </a:p>
        </p:txBody>
      </p:sp>
      <p:sp>
        <p:nvSpPr>
          <p:cNvPr id="59" name="TextBox 2">
            <a:extLst>
              <a:ext uri="{FF2B5EF4-FFF2-40B4-BE49-F238E27FC236}">
                <a16:creationId xmlns:a16="http://schemas.microsoft.com/office/drawing/2014/main" id="{DFAB9B43-6B3B-3736-634B-1B018AE6885C}"/>
              </a:ext>
            </a:extLst>
          </p:cNvPr>
          <p:cNvSpPr txBox="1"/>
          <p:nvPr/>
        </p:nvSpPr>
        <p:spPr>
          <a:xfrm>
            <a:off x="695096" y="402336"/>
            <a:ext cx="5029200" cy="1645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50" b="0">
                <a:solidFill>
                  <a:srgbClr val="5A6978"/>
                </a:solidFill>
                <a:latin typeface="Aptos"/>
              </a:rPr>
              <a:t>AI-Driven Multi-Vendor Network Security Compliance Auditor</a:t>
            </a:r>
          </a:p>
        </p:txBody>
      </p:sp>
      <p:sp>
        <p:nvSpPr>
          <p:cNvPr id="60" name="TextBox 3">
            <a:extLst>
              <a:ext uri="{FF2B5EF4-FFF2-40B4-BE49-F238E27FC236}">
                <a16:creationId xmlns:a16="http://schemas.microsoft.com/office/drawing/2014/main" id="{C6D8D49A-C422-791D-6D2B-1682F16CA77B}"/>
              </a:ext>
            </a:extLst>
          </p:cNvPr>
          <p:cNvSpPr txBox="1"/>
          <p:nvPr/>
        </p:nvSpPr>
        <p:spPr>
          <a:xfrm>
            <a:off x="9829952" y="182880"/>
            <a:ext cx="1920240" cy="203133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IN" sz="1200" b="1" dirty="0">
                <a:solidFill>
                  <a:srgbClr val="5A7D8C"/>
                </a:solidFill>
                <a:latin typeface="Aptos"/>
              </a:rPr>
              <a:t>NDIA</a:t>
            </a:r>
            <a:endParaRPr sz="1200" b="1" dirty="0">
              <a:solidFill>
                <a:srgbClr val="5A7D8C"/>
              </a:solidFill>
              <a:latin typeface="Aptos"/>
            </a:endParaRPr>
          </a:p>
        </p:txBody>
      </p:sp>
      <p:sp>
        <p:nvSpPr>
          <p:cNvPr id="61" name="TextBox 4">
            <a:extLst>
              <a:ext uri="{FF2B5EF4-FFF2-40B4-BE49-F238E27FC236}">
                <a16:creationId xmlns:a16="http://schemas.microsoft.com/office/drawing/2014/main" id="{26AE6962-3FE2-32A6-E4D7-68029A72D665}"/>
              </a:ext>
            </a:extLst>
          </p:cNvPr>
          <p:cNvSpPr txBox="1"/>
          <p:nvPr/>
        </p:nvSpPr>
        <p:spPr>
          <a:xfrm>
            <a:off x="9829952" y="438912"/>
            <a:ext cx="1920240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IN" sz="1200" b="1" dirty="0">
                <a:solidFill>
                  <a:srgbClr val="5A7D8C"/>
                </a:solidFill>
                <a:latin typeface="Aptos"/>
              </a:rPr>
              <a:t>HACKATHON 2026</a:t>
            </a:r>
            <a:endParaRPr sz="1200" b="1" dirty="0">
              <a:solidFill>
                <a:srgbClr val="5A7D8C"/>
              </a:solidFill>
              <a:latin typeface="Aptos"/>
            </a:endParaRPr>
          </a:p>
        </p:txBody>
      </p:sp>
      <p:sp>
        <p:nvSpPr>
          <p:cNvPr id="62" name="TextBox 5">
            <a:extLst>
              <a:ext uri="{FF2B5EF4-FFF2-40B4-BE49-F238E27FC236}">
                <a16:creationId xmlns:a16="http://schemas.microsoft.com/office/drawing/2014/main" id="{69271545-ADF5-554A-3E84-D46E81EEDD6E}"/>
              </a:ext>
            </a:extLst>
          </p:cNvPr>
          <p:cNvSpPr txBox="1"/>
          <p:nvPr/>
        </p:nvSpPr>
        <p:spPr>
          <a:xfrm>
            <a:off x="1828952" y="813816"/>
            <a:ext cx="8503920" cy="34747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2000" b="1">
                <a:solidFill>
                  <a:srgbClr val="122A46"/>
                </a:solidFill>
                <a:latin typeface="Aptos"/>
              </a:rPr>
              <a:t>COMPLETE ARCHITECTURE &amp; WORKFLOW</a:t>
            </a:r>
          </a:p>
        </p:txBody>
      </p:sp>
      <p:sp>
        <p:nvSpPr>
          <p:cNvPr id="63" name="TextBox 6">
            <a:extLst>
              <a:ext uri="{FF2B5EF4-FFF2-40B4-BE49-F238E27FC236}">
                <a16:creationId xmlns:a16="http://schemas.microsoft.com/office/drawing/2014/main" id="{7F24E08D-43C4-B9C8-89D5-AB82433BC23D}"/>
              </a:ext>
            </a:extLst>
          </p:cNvPr>
          <p:cNvSpPr txBox="1"/>
          <p:nvPr/>
        </p:nvSpPr>
        <p:spPr>
          <a:xfrm>
            <a:off x="2926232" y="1170432"/>
            <a:ext cx="630936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800" b="1">
                <a:solidFill>
                  <a:srgbClr val="00A0D2"/>
                </a:solidFill>
                <a:latin typeface="Aptos"/>
              </a:rPr>
              <a:t>Detect  →  Explain  →  Fix  →  Verify  →  Learn</a:t>
            </a:r>
          </a:p>
        </p:txBody>
      </p:sp>
      <p:sp>
        <p:nvSpPr>
          <p:cNvPr id="64" name="Rounded Rectangle 7">
            <a:extLst>
              <a:ext uri="{FF2B5EF4-FFF2-40B4-BE49-F238E27FC236}">
                <a16:creationId xmlns:a16="http://schemas.microsoft.com/office/drawing/2014/main" id="{A12FB083-815A-B127-5E2C-7E5EF0BA7304}"/>
              </a:ext>
            </a:extLst>
          </p:cNvPr>
          <p:cNvSpPr/>
          <p:nvPr/>
        </p:nvSpPr>
        <p:spPr>
          <a:xfrm>
            <a:off x="685952" y="1700784"/>
            <a:ext cx="3090672" cy="1024128"/>
          </a:xfrm>
          <a:prstGeom prst="roundRect">
            <a:avLst/>
          </a:prstGeom>
          <a:solidFill>
            <a:srgbClr val="F5F9FD"/>
          </a:solidFill>
          <a:ln w="15240">
            <a:solidFill>
              <a:srgbClr val="007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3150BBFE-3F52-874A-8BAF-7D7369DDAE38}"/>
              </a:ext>
            </a:extLst>
          </p:cNvPr>
          <p:cNvSpPr/>
          <p:nvPr/>
        </p:nvSpPr>
        <p:spPr>
          <a:xfrm>
            <a:off x="804824" y="1883664"/>
            <a:ext cx="411480" cy="411480"/>
          </a:xfrm>
          <a:prstGeom prst="ellipse">
            <a:avLst/>
          </a:prstGeom>
          <a:solidFill>
            <a:srgbClr val="0070C8"/>
          </a:solidFill>
          <a:ln>
            <a:solidFill>
              <a:srgbClr val="007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66" name="TextBox 9">
            <a:extLst>
              <a:ext uri="{FF2B5EF4-FFF2-40B4-BE49-F238E27FC236}">
                <a16:creationId xmlns:a16="http://schemas.microsoft.com/office/drawing/2014/main" id="{099050DD-208C-A0D4-5819-906E9FE8FEF5}"/>
              </a:ext>
            </a:extLst>
          </p:cNvPr>
          <p:cNvSpPr txBox="1"/>
          <p:nvPr/>
        </p:nvSpPr>
        <p:spPr>
          <a:xfrm>
            <a:off x="1307744" y="1810512"/>
            <a:ext cx="233172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919" b="1">
                <a:solidFill>
                  <a:srgbClr val="122A46"/>
                </a:solidFill>
                <a:latin typeface="Aptos"/>
              </a:rPr>
              <a:t>CONFIGURATION INGESTION</a:t>
            </a:r>
          </a:p>
        </p:txBody>
      </p:sp>
      <p:sp>
        <p:nvSpPr>
          <p:cNvPr id="67" name="TextBox 10">
            <a:extLst>
              <a:ext uri="{FF2B5EF4-FFF2-40B4-BE49-F238E27FC236}">
                <a16:creationId xmlns:a16="http://schemas.microsoft.com/office/drawing/2014/main" id="{05D4A694-79C2-D1E5-1E2F-9E139AE5E01D}"/>
              </a:ext>
            </a:extLst>
          </p:cNvPr>
          <p:cNvSpPr txBox="1"/>
          <p:nvPr/>
        </p:nvSpPr>
        <p:spPr>
          <a:xfrm>
            <a:off x="1307744" y="2167128"/>
            <a:ext cx="2331720" cy="563231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40" b="0" dirty="0">
                <a:solidFill>
                  <a:srgbClr val="5A6978"/>
                </a:solidFill>
                <a:latin typeface="Aptos"/>
              </a:rPr>
              <a:t>Upload CFG • SSH / API</a:t>
            </a:r>
            <a:br>
              <a:rPr dirty="0"/>
            </a:br>
            <a:r>
              <a:rPr sz="1400" dirty="0"/>
              <a:t>Cisco • Juniper • Fortinet • Palo Alto</a:t>
            </a:r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10AE293E-745D-0D8B-231D-B6B46828412B}"/>
              </a:ext>
            </a:extLst>
          </p:cNvPr>
          <p:cNvSpPr/>
          <p:nvPr/>
        </p:nvSpPr>
        <p:spPr>
          <a:xfrm>
            <a:off x="4087520" y="1700784"/>
            <a:ext cx="3090672" cy="1024128"/>
          </a:xfrm>
          <a:prstGeom prst="roundRect">
            <a:avLst/>
          </a:prstGeom>
          <a:solidFill>
            <a:srgbClr val="F5F9FD"/>
          </a:solidFill>
          <a:ln w="15240">
            <a:solidFill>
              <a:srgbClr val="007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813F081D-BB26-2D82-061A-B5C99691C3CF}"/>
              </a:ext>
            </a:extLst>
          </p:cNvPr>
          <p:cNvSpPr/>
          <p:nvPr/>
        </p:nvSpPr>
        <p:spPr>
          <a:xfrm>
            <a:off x="4206392" y="1883664"/>
            <a:ext cx="411480" cy="411480"/>
          </a:xfrm>
          <a:prstGeom prst="ellipse">
            <a:avLst/>
          </a:prstGeom>
          <a:solidFill>
            <a:srgbClr val="0070C8"/>
          </a:solidFill>
          <a:ln>
            <a:solidFill>
              <a:srgbClr val="007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70" name="TextBox 13">
            <a:extLst>
              <a:ext uri="{FF2B5EF4-FFF2-40B4-BE49-F238E27FC236}">
                <a16:creationId xmlns:a16="http://schemas.microsoft.com/office/drawing/2014/main" id="{8351396D-7043-A99F-672A-4B3A1AB2F675}"/>
              </a:ext>
            </a:extLst>
          </p:cNvPr>
          <p:cNvSpPr txBox="1"/>
          <p:nvPr/>
        </p:nvSpPr>
        <p:spPr>
          <a:xfrm>
            <a:off x="4709311" y="1810512"/>
            <a:ext cx="233172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919" b="1">
                <a:solidFill>
                  <a:srgbClr val="122A46"/>
                </a:solidFill>
                <a:latin typeface="Aptos"/>
              </a:rPr>
              <a:t>AI PARSING &amp; NORMALIZATION</a:t>
            </a:r>
          </a:p>
        </p:txBody>
      </p:sp>
      <p:sp>
        <p:nvSpPr>
          <p:cNvPr id="71" name="TextBox 14">
            <a:extLst>
              <a:ext uri="{FF2B5EF4-FFF2-40B4-BE49-F238E27FC236}">
                <a16:creationId xmlns:a16="http://schemas.microsoft.com/office/drawing/2014/main" id="{E458D0B4-719C-8EC1-E6AC-2B2080C15789}"/>
              </a:ext>
            </a:extLst>
          </p:cNvPr>
          <p:cNvSpPr txBox="1"/>
          <p:nvPr/>
        </p:nvSpPr>
        <p:spPr>
          <a:xfrm>
            <a:off x="4709311" y="2167128"/>
            <a:ext cx="2331720" cy="3931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40" b="0">
                <a:solidFill>
                  <a:srgbClr val="5A6978"/>
                </a:solidFill>
                <a:latin typeface="Aptos"/>
              </a:rPr>
              <a:t>AI / NLP understands syntax</a:t>
            </a:r>
            <a:br/>
            <a:r>
              <a:t>Common security model</a:t>
            </a:r>
          </a:p>
        </p:txBody>
      </p:sp>
      <p:sp>
        <p:nvSpPr>
          <p:cNvPr id="72" name="Rounded Rectangle 15">
            <a:extLst>
              <a:ext uri="{FF2B5EF4-FFF2-40B4-BE49-F238E27FC236}">
                <a16:creationId xmlns:a16="http://schemas.microsoft.com/office/drawing/2014/main" id="{6F9FA930-F77A-D7F0-C103-7E7A003127C1}"/>
              </a:ext>
            </a:extLst>
          </p:cNvPr>
          <p:cNvSpPr/>
          <p:nvPr/>
        </p:nvSpPr>
        <p:spPr>
          <a:xfrm>
            <a:off x="7489088" y="1700784"/>
            <a:ext cx="3090672" cy="1024128"/>
          </a:xfrm>
          <a:prstGeom prst="roundRect">
            <a:avLst/>
          </a:prstGeom>
          <a:solidFill>
            <a:srgbClr val="F5F9FD"/>
          </a:solidFill>
          <a:ln w="15240">
            <a:solidFill>
              <a:srgbClr val="007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4DDF36D0-F71C-9838-97BD-C54DD393D730}"/>
              </a:ext>
            </a:extLst>
          </p:cNvPr>
          <p:cNvSpPr/>
          <p:nvPr/>
        </p:nvSpPr>
        <p:spPr>
          <a:xfrm>
            <a:off x="7607960" y="1883664"/>
            <a:ext cx="411480" cy="411480"/>
          </a:xfrm>
          <a:prstGeom prst="ellipse">
            <a:avLst/>
          </a:prstGeom>
          <a:solidFill>
            <a:srgbClr val="0070C8"/>
          </a:solidFill>
          <a:ln>
            <a:solidFill>
              <a:srgbClr val="007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74" name="TextBox 17">
            <a:extLst>
              <a:ext uri="{FF2B5EF4-FFF2-40B4-BE49-F238E27FC236}">
                <a16:creationId xmlns:a16="http://schemas.microsoft.com/office/drawing/2014/main" id="{70656A59-FD2B-985A-9A5B-E42BA8721040}"/>
              </a:ext>
            </a:extLst>
          </p:cNvPr>
          <p:cNvSpPr txBox="1"/>
          <p:nvPr/>
        </p:nvSpPr>
        <p:spPr>
          <a:xfrm>
            <a:off x="8110879" y="1810512"/>
            <a:ext cx="233172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919" b="1">
                <a:solidFill>
                  <a:srgbClr val="122A46"/>
                </a:solidFill>
                <a:latin typeface="Aptos"/>
              </a:rPr>
              <a:t>POLICY ENGINE</a:t>
            </a:r>
          </a:p>
        </p:txBody>
      </p:sp>
      <p:sp>
        <p:nvSpPr>
          <p:cNvPr id="75" name="TextBox 18">
            <a:extLst>
              <a:ext uri="{FF2B5EF4-FFF2-40B4-BE49-F238E27FC236}">
                <a16:creationId xmlns:a16="http://schemas.microsoft.com/office/drawing/2014/main" id="{3F3FCFF9-5077-7F1F-525E-4812A9A734CF}"/>
              </a:ext>
            </a:extLst>
          </p:cNvPr>
          <p:cNvSpPr txBox="1"/>
          <p:nvPr/>
        </p:nvSpPr>
        <p:spPr>
          <a:xfrm>
            <a:off x="8110879" y="2167128"/>
            <a:ext cx="2331720" cy="3931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40" b="0" dirty="0">
                <a:solidFill>
                  <a:srgbClr val="5A6978"/>
                </a:solidFill>
                <a:latin typeface="Aptos"/>
              </a:rPr>
              <a:t>CIS • NIST • DISA STIG</a:t>
            </a:r>
            <a:br>
              <a:rPr dirty="0"/>
            </a:br>
            <a:r>
              <a:rPr sz="1600" dirty="0"/>
              <a:t>Deterministic PASS / FAIL</a:t>
            </a:r>
          </a:p>
        </p:txBody>
      </p:sp>
      <p:sp>
        <p:nvSpPr>
          <p:cNvPr id="76" name="Rounded Rectangle 19">
            <a:extLst>
              <a:ext uri="{FF2B5EF4-FFF2-40B4-BE49-F238E27FC236}">
                <a16:creationId xmlns:a16="http://schemas.microsoft.com/office/drawing/2014/main" id="{0A85F32C-A18E-74B1-53EF-DF80CA867046}"/>
              </a:ext>
            </a:extLst>
          </p:cNvPr>
          <p:cNvSpPr/>
          <p:nvPr/>
        </p:nvSpPr>
        <p:spPr>
          <a:xfrm>
            <a:off x="685952" y="3008376"/>
            <a:ext cx="3090672" cy="1024128"/>
          </a:xfrm>
          <a:prstGeom prst="roundRect">
            <a:avLst/>
          </a:prstGeom>
          <a:solidFill>
            <a:srgbClr val="F5F9FD"/>
          </a:solidFill>
          <a:ln w="15240">
            <a:solidFill>
              <a:srgbClr val="007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556CA035-B8F3-FCDC-E7CF-612E76BC5DB1}"/>
              </a:ext>
            </a:extLst>
          </p:cNvPr>
          <p:cNvSpPr/>
          <p:nvPr/>
        </p:nvSpPr>
        <p:spPr>
          <a:xfrm>
            <a:off x="804824" y="3191256"/>
            <a:ext cx="411480" cy="411480"/>
          </a:xfrm>
          <a:prstGeom prst="ellipse">
            <a:avLst/>
          </a:prstGeom>
          <a:solidFill>
            <a:srgbClr val="0070C8"/>
          </a:solidFill>
          <a:ln>
            <a:solidFill>
              <a:srgbClr val="007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78" name="TextBox 21">
            <a:extLst>
              <a:ext uri="{FF2B5EF4-FFF2-40B4-BE49-F238E27FC236}">
                <a16:creationId xmlns:a16="http://schemas.microsoft.com/office/drawing/2014/main" id="{94442441-31BE-708E-F5C6-13E70F3C120A}"/>
              </a:ext>
            </a:extLst>
          </p:cNvPr>
          <p:cNvSpPr txBox="1"/>
          <p:nvPr/>
        </p:nvSpPr>
        <p:spPr>
          <a:xfrm>
            <a:off x="1307744" y="3118104"/>
            <a:ext cx="233172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919" b="1">
                <a:solidFill>
                  <a:srgbClr val="122A46"/>
                </a:solidFill>
                <a:latin typeface="Aptos"/>
              </a:rPr>
              <a:t>FINDINGS &amp; RISK ASSESSMENT</a:t>
            </a:r>
          </a:p>
        </p:txBody>
      </p:sp>
      <p:sp>
        <p:nvSpPr>
          <p:cNvPr id="79" name="TextBox 22">
            <a:extLst>
              <a:ext uri="{FF2B5EF4-FFF2-40B4-BE49-F238E27FC236}">
                <a16:creationId xmlns:a16="http://schemas.microsoft.com/office/drawing/2014/main" id="{5F189926-3EED-ADB5-3DEE-71F14ADCD7C4}"/>
              </a:ext>
            </a:extLst>
          </p:cNvPr>
          <p:cNvSpPr txBox="1"/>
          <p:nvPr/>
        </p:nvSpPr>
        <p:spPr>
          <a:xfrm>
            <a:off x="1307744" y="3474720"/>
            <a:ext cx="2331720" cy="409343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40" b="0" dirty="0">
                <a:solidFill>
                  <a:srgbClr val="5A6978"/>
                </a:solidFill>
                <a:latin typeface="Aptos"/>
              </a:rPr>
              <a:t>Detect misconfigurations</a:t>
            </a:r>
            <a:endParaRPr lang="en-US" sz="740" b="0" dirty="0">
              <a:solidFill>
                <a:srgbClr val="5A6978"/>
              </a:solidFill>
              <a:latin typeface="Aptos"/>
            </a:endParaRPr>
          </a:p>
          <a:p>
            <a:pPr algn="l"/>
            <a:r>
              <a:rPr dirty="0"/>
              <a:t> High / Medium / Low</a:t>
            </a:r>
          </a:p>
        </p:txBody>
      </p:sp>
      <p:sp>
        <p:nvSpPr>
          <p:cNvPr id="80" name="Rounded Rectangle 23">
            <a:extLst>
              <a:ext uri="{FF2B5EF4-FFF2-40B4-BE49-F238E27FC236}">
                <a16:creationId xmlns:a16="http://schemas.microsoft.com/office/drawing/2014/main" id="{B0878EAC-3D4F-D37B-F269-FF8F86C1A15C}"/>
              </a:ext>
            </a:extLst>
          </p:cNvPr>
          <p:cNvSpPr/>
          <p:nvPr/>
        </p:nvSpPr>
        <p:spPr>
          <a:xfrm>
            <a:off x="4087520" y="3008376"/>
            <a:ext cx="3090672" cy="1024128"/>
          </a:xfrm>
          <a:prstGeom prst="roundRect">
            <a:avLst/>
          </a:prstGeom>
          <a:solidFill>
            <a:srgbClr val="F5F9FD"/>
          </a:solidFill>
          <a:ln w="15240">
            <a:solidFill>
              <a:srgbClr val="007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F2B24B38-9A4B-207C-F449-A64E38CB01CD}"/>
              </a:ext>
            </a:extLst>
          </p:cNvPr>
          <p:cNvSpPr/>
          <p:nvPr/>
        </p:nvSpPr>
        <p:spPr>
          <a:xfrm>
            <a:off x="4206392" y="3191256"/>
            <a:ext cx="411480" cy="411480"/>
          </a:xfrm>
          <a:prstGeom prst="ellipse">
            <a:avLst/>
          </a:prstGeom>
          <a:solidFill>
            <a:srgbClr val="0070C8"/>
          </a:solidFill>
          <a:ln>
            <a:solidFill>
              <a:srgbClr val="007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82" name="TextBox 25">
            <a:extLst>
              <a:ext uri="{FF2B5EF4-FFF2-40B4-BE49-F238E27FC236}">
                <a16:creationId xmlns:a16="http://schemas.microsoft.com/office/drawing/2014/main" id="{276BA745-F4CE-C8B3-E9B9-EA1A20A72AE6}"/>
              </a:ext>
            </a:extLst>
          </p:cNvPr>
          <p:cNvSpPr txBox="1"/>
          <p:nvPr/>
        </p:nvSpPr>
        <p:spPr>
          <a:xfrm>
            <a:off x="4709311" y="3118104"/>
            <a:ext cx="233172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919" b="1">
                <a:solidFill>
                  <a:srgbClr val="122A46"/>
                </a:solidFill>
                <a:latin typeface="Aptos"/>
              </a:rPr>
              <a:t>AI REMEDIATION</a:t>
            </a:r>
          </a:p>
        </p:txBody>
      </p:sp>
      <p:sp>
        <p:nvSpPr>
          <p:cNvPr id="83" name="TextBox 26">
            <a:extLst>
              <a:ext uri="{FF2B5EF4-FFF2-40B4-BE49-F238E27FC236}">
                <a16:creationId xmlns:a16="http://schemas.microsoft.com/office/drawing/2014/main" id="{B9796B91-848F-B380-0B46-D5576FAB34CC}"/>
              </a:ext>
            </a:extLst>
          </p:cNvPr>
          <p:cNvSpPr txBox="1"/>
          <p:nvPr/>
        </p:nvSpPr>
        <p:spPr>
          <a:xfrm>
            <a:off x="4709311" y="3474720"/>
            <a:ext cx="2331720" cy="3931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40" b="0">
                <a:solidFill>
                  <a:srgbClr val="5A6978"/>
                </a:solidFill>
                <a:latin typeface="Aptos"/>
              </a:rPr>
              <a:t>Vendor-specific fix</a:t>
            </a:r>
            <a:br/>
            <a:r>
              <a:t>Explain impact</a:t>
            </a:r>
          </a:p>
        </p:txBody>
      </p:sp>
      <p:sp>
        <p:nvSpPr>
          <p:cNvPr id="84" name="Rounded Rectangle 27">
            <a:extLst>
              <a:ext uri="{FF2B5EF4-FFF2-40B4-BE49-F238E27FC236}">
                <a16:creationId xmlns:a16="http://schemas.microsoft.com/office/drawing/2014/main" id="{881566BD-C40A-533B-7476-FE3D54619D85}"/>
              </a:ext>
            </a:extLst>
          </p:cNvPr>
          <p:cNvSpPr/>
          <p:nvPr/>
        </p:nvSpPr>
        <p:spPr>
          <a:xfrm>
            <a:off x="7489088" y="3008376"/>
            <a:ext cx="3090672" cy="1024128"/>
          </a:xfrm>
          <a:prstGeom prst="roundRect">
            <a:avLst/>
          </a:prstGeom>
          <a:solidFill>
            <a:srgbClr val="F5F9FD"/>
          </a:solidFill>
          <a:ln w="15240">
            <a:solidFill>
              <a:srgbClr val="007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A993668C-B16A-0115-BB4F-84798BB902D0}"/>
              </a:ext>
            </a:extLst>
          </p:cNvPr>
          <p:cNvSpPr/>
          <p:nvPr/>
        </p:nvSpPr>
        <p:spPr>
          <a:xfrm>
            <a:off x="7607960" y="3191256"/>
            <a:ext cx="411480" cy="411480"/>
          </a:xfrm>
          <a:prstGeom prst="ellipse">
            <a:avLst/>
          </a:prstGeom>
          <a:solidFill>
            <a:srgbClr val="0070C8"/>
          </a:solidFill>
          <a:ln>
            <a:solidFill>
              <a:srgbClr val="007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06</a:t>
            </a:r>
          </a:p>
        </p:txBody>
      </p:sp>
      <p:sp>
        <p:nvSpPr>
          <p:cNvPr id="86" name="TextBox 29">
            <a:extLst>
              <a:ext uri="{FF2B5EF4-FFF2-40B4-BE49-F238E27FC236}">
                <a16:creationId xmlns:a16="http://schemas.microsoft.com/office/drawing/2014/main" id="{89650B4F-83FE-A6E3-6136-29D89F4BEC5D}"/>
              </a:ext>
            </a:extLst>
          </p:cNvPr>
          <p:cNvSpPr txBox="1"/>
          <p:nvPr/>
        </p:nvSpPr>
        <p:spPr>
          <a:xfrm>
            <a:off x="8110879" y="3118104"/>
            <a:ext cx="233172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919" b="1">
                <a:solidFill>
                  <a:srgbClr val="122A46"/>
                </a:solidFill>
                <a:latin typeface="Aptos"/>
              </a:rPr>
              <a:t>HUMAN APPROVAL</a:t>
            </a:r>
          </a:p>
        </p:txBody>
      </p:sp>
      <p:sp>
        <p:nvSpPr>
          <p:cNvPr id="87" name="TextBox 30">
            <a:extLst>
              <a:ext uri="{FF2B5EF4-FFF2-40B4-BE49-F238E27FC236}">
                <a16:creationId xmlns:a16="http://schemas.microsoft.com/office/drawing/2014/main" id="{53627595-8CE2-8A1A-CBB0-93AA3C1C9224}"/>
              </a:ext>
            </a:extLst>
          </p:cNvPr>
          <p:cNvSpPr txBox="1"/>
          <p:nvPr/>
        </p:nvSpPr>
        <p:spPr>
          <a:xfrm>
            <a:off x="8110879" y="3474720"/>
            <a:ext cx="2331720" cy="3931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40" b="0">
                <a:solidFill>
                  <a:srgbClr val="5A6978"/>
                </a:solidFill>
                <a:latin typeface="Aptos"/>
              </a:rPr>
              <a:t>Review • Approve • Reject</a:t>
            </a:r>
            <a:br/>
            <a:r>
              <a:t>No blind auto-change</a:t>
            </a:r>
          </a:p>
        </p:txBody>
      </p:sp>
      <p:sp>
        <p:nvSpPr>
          <p:cNvPr id="88" name="Rounded Rectangle 31">
            <a:extLst>
              <a:ext uri="{FF2B5EF4-FFF2-40B4-BE49-F238E27FC236}">
                <a16:creationId xmlns:a16="http://schemas.microsoft.com/office/drawing/2014/main" id="{81F72181-A6FE-1B87-E848-15D8F8138ABF}"/>
              </a:ext>
            </a:extLst>
          </p:cNvPr>
          <p:cNvSpPr/>
          <p:nvPr/>
        </p:nvSpPr>
        <p:spPr>
          <a:xfrm>
            <a:off x="685952" y="4315968"/>
            <a:ext cx="3090672" cy="1024128"/>
          </a:xfrm>
          <a:prstGeom prst="roundRect">
            <a:avLst/>
          </a:prstGeom>
          <a:solidFill>
            <a:srgbClr val="F5F9FD"/>
          </a:solidFill>
          <a:ln w="15240">
            <a:solidFill>
              <a:srgbClr val="007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E83CEA78-5EB0-EA68-BDDF-5CEECD93F5FC}"/>
              </a:ext>
            </a:extLst>
          </p:cNvPr>
          <p:cNvSpPr/>
          <p:nvPr/>
        </p:nvSpPr>
        <p:spPr>
          <a:xfrm>
            <a:off x="804824" y="4498848"/>
            <a:ext cx="411480" cy="411480"/>
          </a:xfrm>
          <a:prstGeom prst="ellipse">
            <a:avLst/>
          </a:prstGeom>
          <a:solidFill>
            <a:srgbClr val="0070C8"/>
          </a:solidFill>
          <a:ln>
            <a:solidFill>
              <a:srgbClr val="007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07</a:t>
            </a:r>
          </a:p>
        </p:txBody>
      </p:sp>
      <p:sp>
        <p:nvSpPr>
          <p:cNvPr id="90" name="TextBox 33">
            <a:extLst>
              <a:ext uri="{FF2B5EF4-FFF2-40B4-BE49-F238E27FC236}">
                <a16:creationId xmlns:a16="http://schemas.microsoft.com/office/drawing/2014/main" id="{C5F09605-1372-846F-B150-A12BFB81367C}"/>
              </a:ext>
            </a:extLst>
          </p:cNvPr>
          <p:cNvSpPr txBox="1"/>
          <p:nvPr/>
        </p:nvSpPr>
        <p:spPr>
          <a:xfrm>
            <a:off x="1307744" y="4425696"/>
            <a:ext cx="233172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919" b="1">
                <a:solidFill>
                  <a:srgbClr val="122A46"/>
                </a:solidFill>
                <a:latin typeface="Aptos"/>
              </a:rPr>
              <a:t>SAFE REMEDIATION</a:t>
            </a:r>
          </a:p>
        </p:txBody>
      </p:sp>
      <p:sp>
        <p:nvSpPr>
          <p:cNvPr id="91" name="TextBox 34">
            <a:extLst>
              <a:ext uri="{FF2B5EF4-FFF2-40B4-BE49-F238E27FC236}">
                <a16:creationId xmlns:a16="http://schemas.microsoft.com/office/drawing/2014/main" id="{CBA8BEE1-144C-8336-37C1-30BB2F391CA3}"/>
              </a:ext>
            </a:extLst>
          </p:cNvPr>
          <p:cNvSpPr txBox="1"/>
          <p:nvPr/>
        </p:nvSpPr>
        <p:spPr>
          <a:xfrm>
            <a:off x="1307744" y="4782312"/>
            <a:ext cx="2331720" cy="3931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40" b="0">
                <a:solidFill>
                  <a:srgbClr val="5A6978"/>
                </a:solidFill>
                <a:latin typeface="Aptos"/>
              </a:rPr>
              <a:t>Dry-run → Apply</a:t>
            </a:r>
            <a:br/>
            <a:r>
              <a:t>Rollback on regression</a:t>
            </a:r>
          </a:p>
        </p:txBody>
      </p:sp>
      <p:sp>
        <p:nvSpPr>
          <p:cNvPr id="92" name="Rounded Rectangle 35">
            <a:extLst>
              <a:ext uri="{FF2B5EF4-FFF2-40B4-BE49-F238E27FC236}">
                <a16:creationId xmlns:a16="http://schemas.microsoft.com/office/drawing/2014/main" id="{8E96869D-E88E-55E7-89EA-027477DACF6B}"/>
              </a:ext>
            </a:extLst>
          </p:cNvPr>
          <p:cNvSpPr/>
          <p:nvPr/>
        </p:nvSpPr>
        <p:spPr>
          <a:xfrm>
            <a:off x="4087520" y="4315968"/>
            <a:ext cx="3090672" cy="1024128"/>
          </a:xfrm>
          <a:prstGeom prst="roundRect">
            <a:avLst/>
          </a:prstGeom>
          <a:solidFill>
            <a:srgbClr val="F5F9FD"/>
          </a:solidFill>
          <a:ln w="15240">
            <a:solidFill>
              <a:srgbClr val="007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C9F3A1D1-96F9-AD71-F303-EF0985770B13}"/>
              </a:ext>
            </a:extLst>
          </p:cNvPr>
          <p:cNvSpPr/>
          <p:nvPr/>
        </p:nvSpPr>
        <p:spPr>
          <a:xfrm>
            <a:off x="4206392" y="4498848"/>
            <a:ext cx="411480" cy="411480"/>
          </a:xfrm>
          <a:prstGeom prst="ellipse">
            <a:avLst/>
          </a:prstGeom>
          <a:solidFill>
            <a:srgbClr val="0070C8"/>
          </a:solidFill>
          <a:ln>
            <a:solidFill>
              <a:srgbClr val="007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08</a:t>
            </a:r>
          </a:p>
        </p:txBody>
      </p:sp>
      <p:sp>
        <p:nvSpPr>
          <p:cNvPr id="94" name="TextBox 37">
            <a:extLst>
              <a:ext uri="{FF2B5EF4-FFF2-40B4-BE49-F238E27FC236}">
                <a16:creationId xmlns:a16="http://schemas.microsoft.com/office/drawing/2014/main" id="{0A5D6247-CCFB-16A8-46E2-C1816D7A2801}"/>
              </a:ext>
            </a:extLst>
          </p:cNvPr>
          <p:cNvSpPr txBox="1"/>
          <p:nvPr/>
        </p:nvSpPr>
        <p:spPr>
          <a:xfrm>
            <a:off x="4709311" y="4425696"/>
            <a:ext cx="233172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919" b="1">
                <a:solidFill>
                  <a:srgbClr val="122A46"/>
                </a:solidFill>
                <a:latin typeface="Aptos"/>
              </a:rPr>
              <a:t>RE-SCAN &amp; VERIFY</a:t>
            </a:r>
          </a:p>
        </p:txBody>
      </p:sp>
      <p:sp>
        <p:nvSpPr>
          <p:cNvPr id="95" name="TextBox 38">
            <a:extLst>
              <a:ext uri="{FF2B5EF4-FFF2-40B4-BE49-F238E27FC236}">
                <a16:creationId xmlns:a16="http://schemas.microsoft.com/office/drawing/2014/main" id="{41474432-CC36-88E2-BC27-852E3C1F5989}"/>
              </a:ext>
            </a:extLst>
          </p:cNvPr>
          <p:cNvSpPr txBox="1"/>
          <p:nvPr/>
        </p:nvSpPr>
        <p:spPr>
          <a:xfrm>
            <a:off x="4709311" y="4782312"/>
            <a:ext cx="2331720" cy="3931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40" b="0">
                <a:solidFill>
                  <a:srgbClr val="5A6978"/>
                </a:solidFill>
                <a:latin typeface="Aptos"/>
              </a:rPr>
              <a:t>Compare before / after</a:t>
            </a:r>
            <a:br/>
            <a:r>
              <a:t>Confirm compliance</a:t>
            </a:r>
          </a:p>
        </p:txBody>
      </p:sp>
      <p:sp>
        <p:nvSpPr>
          <p:cNvPr id="96" name="Rounded Rectangle 39">
            <a:extLst>
              <a:ext uri="{FF2B5EF4-FFF2-40B4-BE49-F238E27FC236}">
                <a16:creationId xmlns:a16="http://schemas.microsoft.com/office/drawing/2014/main" id="{DC46CCB9-48F7-BFF2-FF67-2B41E70F9B76}"/>
              </a:ext>
            </a:extLst>
          </p:cNvPr>
          <p:cNvSpPr/>
          <p:nvPr/>
        </p:nvSpPr>
        <p:spPr>
          <a:xfrm>
            <a:off x="7489088" y="4315968"/>
            <a:ext cx="3090672" cy="1024128"/>
          </a:xfrm>
          <a:prstGeom prst="roundRect">
            <a:avLst/>
          </a:prstGeom>
          <a:solidFill>
            <a:srgbClr val="F5F9FD"/>
          </a:solidFill>
          <a:ln w="15240">
            <a:solidFill>
              <a:srgbClr val="007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BAE4CA80-F415-5B09-4D3A-314F6E1FFC14}"/>
              </a:ext>
            </a:extLst>
          </p:cNvPr>
          <p:cNvSpPr/>
          <p:nvPr/>
        </p:nvSpPr>
        <p:spPr>
          <a:xfrm>
            <a:off x="7607960" y="4498848"/>
            <a:ext cx="411480" cy="411480"/>
          </a:xfrm>
          <a:prstGeom prst="ellipse">
            <a:avLst/>
          </a:prstGeom>
          <a:solidFill>
            <a:srgbClr val="0070C8"/>
          </a:solidFill>
          <a:ln>
            <a:solidFill>
              <a:srgbClr val="007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09</a:t>
            </a:r>
          </a:p>
        </p:txBody>
      </p:sp>
      <p:sp>
        <p:nvSpPr>
          <p:cNvPr id="98" name="TextBox 41">
            <a:extLst>
              <a:ext uri="{FF2B5EF4-FFF2-40B4-BE49-F238E27FC236}">
                <a16:creationId xmlns:a16="http://schemas.microsoft.com/office/drawing/2014/main" id="{0B73C888-C30F-C911-61F6-97608AF2DE87}"/>
              </a:ext>
            </a:extLst>
          </p:cNvPr>
          <p:cNvSpPr txBox="1"/>
          <p:nvPr/>
        </p:nvSpPr>
        <p:spPr>
          <a:xfrm>
            <a:off x="8110879" y="4425696"/>
            <a:ext cx="2331720" cy="2560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919" b="1">
                <a:solidFill>
                  <a:srgbClr val="122A46"/>
                </a:solidFill>
                <a:latin typeface="Aptos"/>
              </a:rPr>
              <a:t>EVIDENCE &amp; LEARNING</a:t>
            </a:r>
          </a:p>
        </p:txBody>
      </p:sp>
      <p:sp>
        <p:nvSpPr>
          <p:cNvPr id="99" name="TextBox 42">
            <a:extLst>
              <a:ext uri="{FF2B5EF4-FFF2-40B4-BE49-F238E27FC236}">
                <a16:creationId xmlns:a16="http://schemas.microsoft.com/office/drawing/2014/main" id="{04C57C99-FAD6-58D1-78AC-E90D1F77B14C}"/>
              </a:ext>
            </a:extLst>
          </p:cNvPr>
          <p:cNvSpPr txBox="1"/>
          <p:nvPr/>
        </p:nvSpPr>
        <p:spPr>
          <a:xfrm>
            <a:off x="8110879" y="4782312"/>
            <a:ext cx="2331720" cy="563231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40" b="0" dirty="0">
                <a:solidFill>
                  <a:srgbClr val="5A6978"/>
                </a:solidFill>
                <a:latin typeface="Aptos"/>
              </a:rPr>
              <a:t>Audit evidence report</a:t>
            </a:r>
            <a:br>
              <a:rPr dirty="0"/>
            </a:br>
            <a:r>
              <a:rPr sz="1400" dirty="0"/>
              <a:t>Feedback improves parser / policies</a:t>
            </a:r>
          </a:p>
        </p:txBody>
      </p:sp>
      <p:sp>
        <p:nvSpPr>
          <p:cNvPr id="100" name="TextBox 43">
            <a:extLst>
              <a:ext uri="{FF2B5EF4-FFF2-40B4-BE49-F238E27FC236}">
                <a16:creationId xmlns:a16="http://schemas.microsoft.com/office/drawing/2014/main" id="{6F0A942B-C904-8E21-8EB2-7E8B65EABAA2}"/>
              </a:ext>
            </a:extLst>
          </p:cNvPr>
          <p:cNvSpPr txBox="1"/>
          <p:nvPr/>
        </p:nvSpPr>
        <p:spPr>
          <a:xfrm>
            <a:off x="3639464" y="2048256"/>
            <a:ext cx="256032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300" b="1">
                <a:solidFill>
                  <a:srgbClr val="00A0D2"/>
                </a:solidFill>
                <a:latin typeface="Aptos"/>
              </a:rPr>
              <a:t>→</a:t>
            </a:r>
          </a:p>
        </p:txBody>
      </p:sp>
      <p:sp>
        <p:nvSpPr>
          <p:cNvPr id="101" name="TextBox 44">
            <a:extLst>
              <a:ext uri="{FF2B5EF4-FFF2-40B4-BE49-F238E27FC236}">
                <a16:creationId xmlns:a16="http://schemas.microsoft.com/office/drawing/2014/main" id="{863D98B4-5CE4-2439-D1FA-C0A0C653BC89}"/>
              </a:ext>
            </a:extLst>
          </p:cNvPr>
          <p:cNvSpPr txBox="1"/>
          <p:nvPr/>
        </p:nvSpPr>
        <p:spPr>
          <a:xfrm>
            <a:off x="7041032" y="2048256"/>
            <a:ext cx="256032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300" b="1">
                <a:solidFill>
                  <a:srgbClr val="00A0D2"/>
                </a:solidFill>
                <a:latin typeface="Aptos"/>
              </a:rPr>
              <a:t>→</a:t>
            </a:r>
          </a:p>
        </p:txBody>
      </p:sp>
      <p:sp>
        <p:nvSpPr>
          <p:cNvPr id="102" name="TextBox 45">
            <a:extLst>
              <a:ext uri="{FF2B5EF4-FFF2-40B4-BE49-F238E27FC236}">
                <a16:creationId xmlns:a16="http://schemas.microsoft.com/office/drawing/2014/main" id="{3F0708E8-0BC2-CA4A-9BD0-8D782BC9EDE6}"/>
              </a:ext>
            </a:extLst>
          </p:cNvPr>
          <p:cNvSpPr txBox="1"/>
          <p:nvPr/>
        </p:nvSpPr>
        <p:spPr>
          <a:xfrm>
            <a:off x="10040264" y="2752344"/>
            <a:ext cx="256032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300" b="1">
                <a:solidFill>
                  <a:srgbClr val="00A0D2"/>
                </a:solidFill>
                <a:latin typeface="Aptos"/>
              </a:rPr>
              <a:t>↓</a:t>
            </a:r>
          </a:p>
        </p:txBody>
      </p:sp>
      <p:sp>
        <p:nvSpPr>
          <p:cNvPr id="103" name="TextBox 46">
            <a:extLst>
              <a:ext uri="{FF2B5EF4-FFF2-40B4-BE49-F238E27FC236}">
                <a16:creationId xmlns:a16="http://schemas.microsoft.com/office/drawing/2014/main" id="{4B256D24-4C34-F256-E5CC-BB128D93CABC}"/>
              </a:ext>
            </a:extLst>
          </p:cNvPr>
          <p:cNvSpPr txBox="1"/>
          <p:nvPr/>
        </p:nvSpPr>
        <p:spPr>
          <a:xfrm>
            <a:off x="7041032" y="3355848"/>
            <a:ext cx="256032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300" b="1">
                <a:solidFill>
                  <a:srgbClr val="00A0D2"/>
                </a:solidFill>
                <a:latin typeface="Aptos"/>
              </a:rPr>
              <a:t>←</a:t>
            </a:r>
          </a:p>
        </p:txBody>
      </p:sp>
      <p:sp>
        <p:nvSpPr>
          <p:cNvPr id="104" name="TextBox 47">
            <a:extLst>
              <a:ext uri="{FF2B5EF4-FFF2-40B4-BE49-F238E27FC236}">
                <a16:creationId xmlns:a16="http://schemas.microsoft.com/office/drawing/2014/main" id="{5614A9DB-B2D7-ADD3-E0BB-417EACD66475}"/>
              </a:ext>
            </a:extLst>
          </p:cNvPr>
          <p:cNvSpPr txBox="1"/>
          <p:nvPr/>
        </p:nvSpPr>
        <p:spPr>
          <a:xfrm>
            <a:off x="3639464" y="3355848"/>
            <a:ext cx="256032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300" b="1">
                <a:solidFill>
                  <a:srgbClr val="00A0D2"/>
                </a:solidFill>
                <a:latin typeface="Aptos"/>
              </a:rPr>
              <a:t>←</a:t>
            </a:r>
          </a:p>
        </p:txBody>
      </p:sp>
      <p:sp>
        <p:nvSpPr>
          <p:cNvPr id="105" name="TextBox 48">
            <a:extLst>
              <a:ext uri="{FF2B5EF4-FFF2-40B4-BE49-F238E27FC236}">
                <a16:creationId xmlns:a16="http://schemas.microsoft.com/office/drawing/2014/main" id="{10304708-3680-C0A0-515A-E7012B951165}"/>
              </a:ext>
            </a:extLst>
          </p:cNvPr>
          <p:cNvSpPr txBox="1"/>
          <p:nvPr/>
        </p:nvSpPr>
        <p:spPr>
          <a:xfrm>
            <a:off x="1801520" y="4059936"/>
            <a:ext cx="256032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300" b="1">
                <a:solidFill>
                  <a:srgbClr val="00A0D2"/>
                </a:solidFill>
                <a:latin typeface="Aptos"/>
              </a:rPr>
              <a:t>↓</a:t>
            </a:r>
          </a:p>
        </p:txBody>
      </p:sp>
      <p:sp>
        <p:nvSpPr>
          <p:cNvPr id="106" name="TextBox 49">
            <a:extLst>
              <a:ext uri="{FF2B5EF4-FFF2-40B4-BE49-F238E27FC236}">
                <a16:creationId xmlns:a16="http://schemas.microsoft.com/office/drawing/2014/main" id="{0DF4F184-34AC-4722-D0BC-3D1E116A00AB}"/>
              </a:ext>
            </a:extLst>
          </p:cNvPr>
          <p:cNvSpPr txBox="1"/>
          <p:nvPr/>
        </p:nvSpPr>
        <p:spPr>
          <a:xfrm>
            <a:off x="3639464" y="4663440"/>
            <a:ext cx="256032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300" b="1">
                <a:solidFill>
                  <a:srgbClr val="00A0D2"/>
                </a:solidFill>
                <a:latin typeface="Aptos"/>
              </a:rPr>
              <a:t>→</a:t>
            </a:r>
          </a:p>
        </p:txBody>
      </p:sp>
      <p:sp>
        <p:nvSpPr>
          <p:cNvPr id="107" name="TextBox 50">
            <a:extLst>
              <a:ext uri="{FF2B5EF4-FFF2-40B4-BE49-F238E27FC236}">
                <a16:creationId xmlns:a16="http://schemas.microsoft.com/office/drawing/2014/main" id="{92D4F455-ADE8-C5C1-9676-AF1533C57D0E}"/>
              </a:ext>
            </a:extLst>
          </p:cNvPr>
          <p:cNvSpPr txBox="1"/>
          <p:nvPr/>
        </p:nvSpPr>
        <p:spPr>
          <a:xfrm>
            <a:off x="7041032" y="4663440"/>
            <a:ext cx="256032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300" b="1">
                <a:solidFill>
                  <a:srgbClr val="00A0D2"/>
                </a:solidFill>
                <a:latin typeface="Aptos"/>
              </a:rPr>
              <a:t>→</a:t>
            </a:r>
          </a:p>
        </p:txBody>
      </p:sp>
      <p:sp>
        <p:nvSpPr>
          <p:cNvPr id="108" name="Rounded Rectangle 51">
            <a:extLst>
              <a:ext uri="{FF2B5EF4-FFF2-40B4-BE49-F238E27FC236}">
                <a16:creationId xmlns:a16="http://schemas.microsoft.com/office/drawing/2014/main" id="{AFBC4BC9-5758-F46D-4A59-75138C41AF0E}"/>
              </a:ext>
            </a:extLst>
          </p:cNvPr>
          <p:cNvSpPr/>
          <p:nvPr/>
        </p:nvSpPr>
        <p:spPr>
          <a:xfrm>
            <a:off x="2148992" y="5559552"/>
            <a:ext cx="7909560" cy="438912"/>
          </a:xfrm>
          <a:prstGeom prst="roundRect">
            <a:avLst/>
          </a:prstGeom>
          <a:solidFill>
            <a:srgbClr val="EBF6FC"/>
          </a:solidFill>
          <a:ln>
            <a:solidFill>
              <a:srgbClr val="00A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109" name="TextBox 52">
            <a:extLst>
              <a:ext uri="{FF2B5EF4-FFF2-40B4-BE49-F238E27FC236}">
                <a16:creationId xmlns:a16="http://schemas.microsoft.com/office/drawing/2014/main" id="{372DB0F6-9660-DE3B-A3CA-B7FB346DB49E}"/>
              </a:ext>
            </a:extLst>
          </p:cNvPr>
          <p:cNvSpPr txBox="1"/>
          <p:nvPr/>
        </p:nvSpPr>
        <p:spPr>
          <a:xfrm>
            <a:off x="2331872" y="5669280"/>
            <a:ext cx="7543800" cy="1645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900" b="1">
                <a:solidFill>
                  <a:srgbClr val="122A46"/>
                </a:solidFill>
                <a:latin typeface="Aptos"/>
              </a:rPr>
              <a:t>KEY PRINCIPLE: AI proposes • Policy Engine validates • Human approves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5D6143A6-CA6A-A941-0785-AB4CBB4DF9BC}"/>
              </a:ext>
            </a:extLst>
          </p:cNvPr>
          <p:cNvSpPr/>
          <p:nvPr/>
        </p:nvSpPr>
        <p:spPr>
          <a:xfrm>
            <a:off x="152" y="6254496"/>
            <a:ext cx="12191695" cy="475488"/>
          </a:xfrm>
          <a:prstGeom prst="rect">
            <a:avLst/>
          </a:prstGeom>
          <a:solidFill>
            <a:srgbClr val="007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111" name="TextBox 54">
            <a:extLst>
              <a:ext uri="{FF2B5EF4-FFF2-40B4-BE49-F238E27FC236}">
                <a16:creationId xmlns:a16="http://schemas.microsoft.com/office/drawing/2014/main" id="{28C3A3DC-EFCE-C551-1C33-7864C2708325}"/>
              </a:ext>
            </a:extLst>
          </p:cNvPr>
          <p:cNvSpPr txBox="1"/>
          <p:nvPr/>
        </p:nvSpPr>
        <p:spPr>
          <a:xfrm>
            <a:off x="228752" y="6373368"/>
            <a:ext cx="3657600" cy="13716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50" b="0">
                <a:solidFill>
                  <a:srgbClr val="FFFFFF"/>
                </a:solidFill>
                <a:latin typeface="Aptos"/>
              </a:rPr>
              <a:t>@SIH Idea submission- Template</a:t>
            </a:r>
          </a:p>
        </p:txBody>
      </p:sp>
      <p:sp>
        <p:nvSpPr>
          <p:cNvPr id="112" name="TextBox 55">
            <a:extLst>
              <a:ext uri="{FF2B5EF4-FFF2-40B4-BE49-F238E27FC236}">
                <a16:creationId xmlns:a16="http://schemas.microsoft.com/office/drawing/2014/main" id="{61267937-1B4A-D0AF-F4B1-521C520E9B5B}"/>
              </a:ext>
            </a:extLst>
          </p:cNvPr>
          <p:cNvSpPr txBox="1"/>
          <p:nvPr/>
        </p:nvSpPr>
        <p:spPr>
          <a:xfrm>
            <a:off x="11567312" y="6373368"/>
            <a:ext cx="274320" cy="13716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sz="8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5595873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F321C83-CF52-2F2B-FC02-0937B51806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392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5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519807"/>
            <a:ext cx="1136324" cy="143470"/>
          </a:xfrm>
          <a:prstGeom prst="roundRect">
            <a:avLst>
              <a:gd name="adj" fmla="val 22134"/>
            </a:avLst>
          </a:prstGeom>
          <a:solidFill>
            <a:srgbClr val="E8E6E3"/>
          </a:solidFill>
          <a:ln/>
        </p:spPr>
      </p:sp>
      <p:sp>
        <p:nvSpPr>
          <p:cNvPr id="3" name="Text 1"/>
          <p:cNvSpPr/>
          <p:nvPr/>
        </p:nvSpPr>
        <p:spPr>
          <a:xfrm>
            <a:off x="718127" y="548084"/>
            <a:ext cx="1632604" cy="869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55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TECHNICAL ARCHITECTURE</a:t>
            </a:r>
            <a:endParaRPr lang="en-US" sz="550" dirty="0"/>
          </a:p>
        </p:txBody>
      </p:sp>
      <p:sp>
        <p:nvSpPr>
          <p:cNvPr id="4" name="Text 2"/>
          <p:cNvSpPr/>
          <p:nvPr/>
        </p:nvSpPr>
        <p:spPr>
          <a:xfrm>
            <a:off x="661475" y="682129"/>
            <a:ext cx="1086874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37" dirty="0">
                <a:solidFill>
                  <a:srgbClr val="3A3A3A"/>
                </a:solidFill>
                <a:latin typeface="Noto Serif Medium" pitchFamily="34" charset="0"/>
                <a:ea typeface="Noto Serif Medium" pitchFamily="34" charset="-122"/>
                <a:cs typeface="Noto Serif Medium" pitchFamily="34" charset="-120"/>
              </a:rPr>
              <a:t>How CyberConfig AI Is Built</a:t>
            </a:r>
            <a:endParaRPr lang="en-US" sz="18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101328"/>
            <a:ext cx="5319083" cy="5319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217487" y="2845594"/>
            <a:ext cx="5319083" cy="147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00" kern="0" spc="-19" dirty="0">
                <a:solidFill>
                  <a:srgbClr val="3A3A3A"/>
                </a:solidFill>
                <a:latin typeface="Noto Serif Medium" pitchFamily="34" charset="0"/>
                <a:ea typeface="Noto Serif Medium" pitchFamily="34" charset="-122"/>
                <a:cs typeface="Noto Serif Medium" pitchFamily="34" charset="-120"/>
              </a:rPr>
              <a:t>Tech Stack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217487" y="3046313"/>
            <a:ext cx="2635879" cy="509885"/>
          </a:xfrm>
          <a:prstGeom prst="roundRect">
            <a:avLst>
              <a:gd name="adj" fmla="val 7785"/>
            </a:avLst>
          </a:prstGeom>
          <a:solidFill>
            <a:srgbClr val="E6DED2">
              <a:alpha val="50000"/>
            </a:srgbClr>
          </a:solidFill>
          <a:ln w="6350">
            <a:solidFill>
              <a:srgbClr val="CCC4B8"/>
            </a:solidFill>
            <a:prstDash val="solid"/>
          </a:ln>
          <a:effectLst>
            <a:outerShdw blurRad="127" dist="11430" dir="2700000" algn="bl" rotWithShape="0">
              <a:srgbClr val="CCC4B8">
                <a:alpha val="10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318290" y="3147120"/>
            <a:ext cx="2434271" cy="147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00" kern="0" spc="-19" dirty="0">
                <a:solidFill>
                  <a:srgbClr val="000000"/>
                </a:solidFill>
                <a:latin typeface="Noto Serif Medium" pitchFamily="34" charset="0"/>
                <a:ea typeface="Noto Serif Medium" pitchFamily="34" charset="-122"/>
                <a:cs typeface="Noto Serif Medium" pitchFamily="34" charset="-120"/>
              </a:rPr>
              <a:t>Frontend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318290" y="3341985"/>
            <a:ext cx="2434271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React + TypeScript</a:t>
            </a:r>
            <a:endParaRPr lang="en-US" sz="700" dirty="0"/>
          </a:p>
        </p:txBody>
      </p:sp>
      <p:sp>
        <p:nvSpPr>
          <p:cNvPr id="10" name="Shape 7"/>
          <p:cNvSpPr/>
          <p:nvPr/>
        </p:nvSpPr>
        <p:spPr>
          <a:xfrm>
            <a:off x="8900592" y="3046313"/>
            <a:ext cx="2635978" cy="509885"/>
          </a:xfrm>
          <a:prstGeom prst="roundRect">
            <a:avLst>
              <a:gd name="adj" fmla="val 7785"/>
            </a:avLst>
          </a:prstGeom>
          <a:solidFill>
            <a:srgbClr val="E6DED2">
              <a:alpha val="50000"/>
            </a:srgbClr>
          </a:solidFill>
          <a:ln w="6350">
            <a:solidFill>
              <a:srgbClr val="CCC4B8"/>
            </a:solidFill>
            <a:prstDash val="solid"/>
          </a:ln>
          <a:effectLst>
            <a:outerShdw blurRad="127" dist="11430" dir="2700000" algn="bl" rotWithShape="0">
              <a:srgbClr val="CCC4B8">
                <a:alpha val="10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9001396" y="3147120"/>
            <a:ext cx="2434370" cy="147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00" kern="0" spc="-19" dirty="0">
                <a:solidFill>
                  <a:srgbClr val="000000"/>
                </a:solidFill>
                <a:latin typeface="Noto Serif Medium" pitchFamily="34" charset="0"/>
                <a:ea typeface="Noto Serif Medium" pitchFamily="34" charset="-122"/>
                <a:cs typeface="Noto Serif Medium" pitchFamily="34" charset="-120"/>
              </a:rPr>
              <a:t>Backend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9001396" y="3341985"/>
            <a:ext cx="2434370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FastAPI + Python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6217487" y="3603427"/>
            <a:ext cx="2635879" cy="509885"/>
          </a:xfrm>
          <a:prstGeom prst="roundRect">
            <a:avLst>
              <a:gd name="adj" fmla="val 7785"/>
            </a:avLst>
          </a:prstGeom>
          <a:solidFill>
            <a:srgbClr val="E6DED2">
              <a:alpha val="50000"/>
            </a:srgbClr>
          </a:solidFill>
          <a:ln w="6350">
            <a:solidFill>
              <a:srgbClr val="CCC4B8"/>
            </a:solidFill>
            <a:prstDash val="solid"/>
          </a:ln>
          <a:effectLst>
            <a:outerShdw blurRad="127" dist="11430" dir="2700000" algn="bl" rotWithShape="0">
              <a:srgbClr val="CCC4B8">
                <a:alpha val="10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318290" y="3704233"/>
            <a:ext cx="2434271" cy="147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00" kern="0" spc="-19" dirty="0">
                <a:solidFill>
                  <a:srgbClr val="000000"/>
                </a:solidFill>
                <a:latin typeface="Noto Serif Medium" pitchFamily="34" charset="0"/>
                <a:ea typeface="Noto Serif Medium" pitchFamily="34" charset="-122"/>
                <a:cs typeface="Noto Serif Medium" pitchFamily="34" charset="-120"/>
              </a:rPr>
              <a:t>AI Engine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6318290" y="3899098"/>
            <a:ext cx="2434271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LLM/NLP + Embeddings</a:t>
            </a:r>
            <a:endParaRPr lang="en-US" sz="700" dirty="0"/>
          </a:p>
        </p:txBody>
      </p:sp>
      <p:sp>
        <p:nvSpPr>
          <p:cNvPr id="16" name="Shape 13"/>
          <p:cNvSpPr/>
          <p:nvPr/>
        </p:nvSpPr>
        <p:spPr>
          <a:xfrm>
            <a:off x="8900592" y="3603427"/>
            <a:ext cx="2635978" cy="509885"/>
          </a:xfrm>
          <a:prstGeom prst="roundRect">
            <a:avLst>
              <a:gd name="adj" fmla="val 7785"/>
            </a:avLst>
          </a:prstGeom>
          <a:solidFill>
            <a:srgbClr val="E6DED2">
              <a:alpha val="50000"/>
            </a:srgbClr>
          </a:solidFill>
          <a:ln w="6350">
            <a:solidFill>
              <a:srgbClr val="CCC4B8"/>
            </a:solidFill>
            <a:prstDash val="solid"/>
          </a:ln>
          <a:effectLst>
            <a:outerShdw blurRad="127" dist="11430" dir="2700000" algn="bl" rotWithShape="0">
              <a:srgbClr val="CCC4B8">
                <a:alpha val="10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9001396" y="3704233"/>
            <a:ext cx="2434370" cy="147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00" kern="0" spc="-19" dirty="0">
                <a:solidFill>
                  <a:srgbClr val="000000"/>
                </a:solidFill>
                <a:latin typeface="Noto Serif Medium" pitchFamily="34" charset="0"/>
                <a:ea typeface="Noto Serif Medium" pitchFamily="34" charset="-122"/>
                <a:cs typeface="Noto Serif Medium" pitchFamily="34" charset="-120"/>
              </a:rPr>
              <a:t>Data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001396" y="3899098"/>
            <a:ext cx="2434370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PostgreSQL + Vector Index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6217487" y="4160540"/>
            <a:ext cx="5319083" cy="509885"/>
          </a:xfrm>
          <a:prstGeom prst="roundRect">
            <a:avLst>
              <a:gd name="adj" fmla="val 7785"/>
            </a:avLst>
          </a:prstGeom>
          <a:solidFill>
            <a:srgbClr val="E6DED2">
              <a:alpha val="50000"/>
            </a:srgbClr>
          </a:solidFill>
          <a:ln w="6350">
            <a:solidFill>
              <a:srgbClr val="CCC4B8"/>
            </a:solidFill>
            <a:prstDash val="solid"/>
          </a:ln>
          <a:effectLst>
            <a:outerShdw blurRad="127" dist="11430" dir="2700000" algn="bl" rotWithShape="0">
              <a:srgbClr val="CCC4B8">
                <a:alpha val="10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318290" y="4261346"/>
            <a:ext cx="5117476" cy="147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00" kern="0" spc="-19" dirty="0">
                <a:solidFill>
                  <a:srgbClr val="000000"/>
                </a:solidFill>
                <a:latin typeface="Noto Serif Medium" pitchFamily="34" charset="0"/>
                <a:ea typeface="Noto Serif Medium" pitchFamily="34" charset="-122"/>
                <a:cs typeface="Noto Serif Medium" pitchFamily="34" charset="-120"/>
              </a:rPr>
              <a:t>Deploy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318290" y="4456212"/>
            <a:ext cx="5117476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Docker</a:t>
            </a:r>
            <a:endParaRPr lang="en-US" sz="700" dirty="0"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486" y="1136152"/>
            <a:ext cx="5584195" cy="5284392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661475" y="12738894"/>
            <a:ext cx="10868745" cy="250329"/>
          </a:xfrm>
          <a:prstGeom prst="roundRect">
            <a:avLst>
              <a:gd name="adj" fmla="val 15857"/>
            </a:avLst>
          </a:prstGeom>
          <a:solidFill>
            <a:srgbClr val="E8E6E3"/>
          </a:solidFill>
          <a:ln/>
        </p:spPr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929" y="12809736"/>
            <a:ext cx="118067" cy="94456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968450" y="12809736"/>
            <a:ext cx="11076901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000000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Key Design Principle:</a:t>
            </a:r>
            <a:r>
              <a:rPr lang="en-US" sz="700" dirty="0">
                <a:solidFill>
                  <a:srgbClr val="000000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AI/NLP interprets and normalizes configurations; </a:t>
            </a:r>
            <a:r>
              <a:rPr lang="en-US" sz="700" b="1" dirty="0">
                <a:solidFill>
                  <a:srgbClr val="000000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deterministic policy-as-code rules</a:t>
            </a:r>
            <a:r>
              <a:rPr lang="en-US" sz="700" dirty="0">
                <a:solidFill>
                  <a:srgbClr val="000000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validate compliance. AI assists — rules enforce.</a:t>
            </a:r>
            <a:endParaRPr lang="en-US" sz="70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C309628A-AB13-34FB-0580-633EF5D29BB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2150" y="50997"/>
            <a:ext cx="2249850" cy="10623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7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555823"/>
            <a:ext cx="1864373" cy="192980"/>
          </a:xfrm>
          <a:prstGeom prst="roundRect">
            <a:avLst>
              <a:gd name="adj" fmla="val 22112"/>
            </a:avLst>
          </a:prstGeom>
          <a:solidFill>
            <a:srgbClr val="E8E6E3"/>
          </a:solidFill>
          <a:ln/>
        </p:spPr>
      </p:sp>
      <p:sp>
        <p:nvSpPr>
          <p:cNvPr id="3" name="Text 1"/>
          <p:cNvSpPr/>
          <p:nvPr/>
        </p:nvSpPr>
        <p:spPr>
          <a:xfrm>
            <a:off x="737673" y="593923"/>
            <a:ext cx="2321561" cy="116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5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DIFFERENTIATORS &amp; CONCLUSION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661475" y="782935"/>
            <a:ext cx="10868745" cy="396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50" kern="0" spc="-50" dirty="0">
                <a:solidFill>
                  <a:srgbClr val="3A3A3A"/>
                </a:solidFill>
                <a:latin typeface="Noto Serif Medium" pitchFamily="34" charset="0"/>
                <a:ea typeface="Noto Serif Medium" pitchFamily="34" charset="-122"/>
                <a:cs typeface="Noto Serif Medium" pitchFamily="34" charset="-120"/>
              </a:rPr>
              <a:t>Why CyberConfig AI?</a:t>
            </a:r>
            <a:endParaRPr lang="en-US" sz="24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1307802"/>
            <a:ext cx="3566031" cy="88145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3719" y="1453852"/>
            <a:ext cx="3197740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kern="0" spc="-25" dirty="0">
                <a:solidFill>
                  <a:srgbClr val="4C4C4C"/>
                </a:solidFill>
                <a:latin typeface="Noto Serif Medium" pitchFamily="34" charset="0"/>
                <a:ea typeface="Noto Serif Medium" pitchFamily="34" charset="-122"/>
                <a:cs typeface="Noto Serif Medium" pitchFamily="34" charset="-120"/>
              </a:rPr>
              <a:t>Multi-Vendor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83719" y="1703487"/>
            <a:ext cx="3197740" cy="3397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95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Heterogeneous environments — Cisco, Palo Alto, Fortinet, Juniper</a:t>
            </a:r>
            <a:endParaRPr lang="en-US" sz="9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12832" y="1307802"/>
            <a:ext cx="3566031" cy="88145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535076" y="1453852"/>
            <a:ext cx="3197740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kern="0" spc="-25" dirty="0">
                <a:solidFill>
                  <a:srgbClr val="4C4C4C"/>
                </a:solidFill>
                <a:latin typeface="Noto Serif Medium" pitchFamily="34" charset="0"/>
                <a:ea typeface="Noto Serif Medium" pitchFamily="34" charset="-122"/>
                <a:cs typeface="Noto Serif Medium" pitchFamily="34" charset="-120"/>
              </a:rPr>
              <a:t>Explainable AI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4535076" y="1703487"/>
            <a:ext cx="3197740" cy="1698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95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Every finding: Risk → Impact → Fix</a:t>
            </a:r>
            <a:endParaRPr lang="en-US" sz="9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64189" y="1307802"/>
            <a:ext cx="3566031" cy="881459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186433" y="1453852"/>
            <a:ext cx="3197740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kern="0" spc="-25" dirty="0">
                <a:solidFill>
                  <a:srgbClr val="4C4C4C"/>
                </a:solidFill>
                <a:latin typeface="Noto Serif Medium" pitchFamily="34" charset="0"/>
                <a:ea typeface="Noto Serif Medium" pitchFamily="34" charset="-122"/>
                <a:cs typeface="Noto Serif Medium" pitchFamily="34" charset="-120"/>
              </a:rPr>
              <a:t>Closed-Loop Security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8186433" y="1703487"/>
            <a:ext cx="3197740" cy="3397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95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Detect → Recommend → Approve → Remediate → Re-scan → Verify</a:t>
            </a:r>
            <a:endParaRPr lang="en-US" sz="95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2274590"/>
            <a:ext cx="3566031" cy="881459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883719" y="2420640"/>
            <a:ext cx="3197740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kern="0" spc="-25" dirty="0">
                <a:solidFill>
                  <a:srgbClr val="4C4C4C"/>
                </a:solidFill>
                <a:latin typeface="Noto Serif Medium" pitchFamily="34" charset="0"/>
                <a:ea typeface="Noto Serif Medium" pitchFamily="34" charset="-122"/>
                <a:cs typeface="Noto Serif Medium" pitchFamily="34" charset="-120"/>
              </a:rPr>
              <a:t>Self-Learning Parser</a:t>
            </a:r>
            <a:endParaRPr lang="en-US" sz="1200" dirty="0"/>
          </a:p>
        </p:txBody>
      </p:sp>
      <p:sp>
        <p:nvSpPr>
          <p:cNvPr id="16" name="Text 10"/>
          <p:cNvSpPr/>
          <p:nvPr/>
        </p:nvSpPr>
        <p:spPr>
          <a:xfrm>
            <a:off x="883719" y="2670274"/>
            <a:ext cx="3197740" cy="3397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95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Analyst feedback improves handling of unseen vendor syntax</a:t>
            </a:r>
            <a:endParaRPr lang="en-US" sz="95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12832" y="2274590"/>
            <a:ext cx="3566031" cy="881459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4535076" y="2420640"/>
            <a:ext cx="3197740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kern="0" spc="-25" dirty="0">
                <a:solidFill>
                  <a:srgbClr val="4C4C4C"/>
                </a:solidFill>
                <a:latin typeface="Noto Serif Medium" pitchFamily="34" charset="0"/>
                <a:ea typeface="Noto Serif Medium" pitchFamily="34" charset="-122"/>
                <a:cs typeface="Noto Serif Medium" pitchFamily="34" charset="-120"/>
              </a:rPr>
              <a:t>Policy-Aware AI</a:t>
            </a:r>
            <a:endParaRPr lang="en-US" sz="1200" dirty="0"/>
          </a:p>
        </p:txBody>
      </p:sp>
      <p:sp>
        <p:nvSpPr>
          <p:cNvPr id="19" name="Text 12"/>
          <p:cNvSpPr/>
          <p:nvPr/>
        </p:nvSpPr>
        <p:spPr>
          <a:xfrm>
            <a:off x="4535076" y="2670274"/>
            <a:ext cx="3197740" cy="3397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95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AI interprets configs; deterministic policy rules enforce compliance</a:t>
            </a:r>
            <a:endParaRPr lang="en-US" sz="950" dirty="0"/>
          </a:p>
        </p:txBody>
      </p:sp>
      <p:sp>
        <p:nvSpPr>
          <p:cNvPr id="20" name="Text 13"/>
          <p:cNvSpPr/>
          <p:nvPr/>
        </p:nvSpPr>
        <p:spPr>
          <a:xfrm>
            <a:off x="661475" y="3337322"/>
            <a:ext cx="5279496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kern="0" spc="-25" dirty="0">
                <a:solidFill>
                  <a:srgbClr val="3A3A3A"/>
                </a:solidFill>
                <a:latin typeface="Noto Serif Medium" pitchFamily="34" charset="0"/>
                <a:ea typeface="Noto Serif Medium" pitchFamily="34" charset="-122"/>
                <a:cs typeface="Noto Serif Medium" pitchFamily="34" charset="-120"/>
              </a:rPr>
              <a:t>CISO Dashboard View</a:t>
            </a:r>
            <a:endParaRPr lang="en-US" sz="1200" dirty="0"/>
          </a:p>
        </p:txBody>
      </p:sp>
      <p:sp>
        <p:nvSpPr>
          <p:cNvPr id="21" name="Shape 14"/>
          <p:cNvSpPr/>
          <p:nvPr/>
        </p:nvSpPr>
        <p:spPr>
          <a:xfrm>
            <a:off x="661475" y="3631704"/>
            <a:ext cx="2597085" cy="720328"/>
          </a:xfrm>
          <a:prstGeom prst="roundRect">
            <a:avLst>
              <a:gd name="adj" fmla="val 7405"/>
            </a:avLst>
          </a:prstGeom>
          <a:solidFill>
            <a:srgbClr val="E6DED2">
              <a:alpha val="50000"/>
            </a:srgbClr>
          </a:solidFill>
          <a:ln w="6350">
            <a:solidFill>
              <a:srgbClr val="CCC4B8"/>
            </a:solidFill>
            <a:prstDash val="solid"/>
          </a:ln>
          <a:effectLst>
            <a:outerShdw blurRad="127" dist="16510" dir="2700000" algn="bl" rotWithShape="0">
              <a:srgbClr val="CCC4B8">
                <a:alpha val="100000"/>
              </a:srgbClr>
            </a:outerShdw>
          </a:effectLst>
        </p:spPr>
      </p:sp>
      <p:sp>
        <p:nvSpPr>
          <p:cNvPr id="22" name="Text 15"/>
          <p:cNvSpPr/>
          <p:nvPr/>
        </p:nvSpPr>
        <p:spPr>
          <a:xfrm>
            <a:off x="794822" y="3765054"/>
            <a:ext cx="2330392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kern="0" spc="-25" dirty="0">
                <a:solidFill>
                  <a:srgbClr val="000000"/>
                </a:solidFill>
                <a:latin typeface="Noto Serif Medium" pitchFamily="34" charset="0"/>
                <a:ea typeface="Noto Serif Medium" pitchFamily="34" charset="-122"/>
                <a:cs typeface="Noto Serif Medium" pitchFamily="34" charset="-120"/>
              </a:rPr>
              <a:t>Total Devices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794822" y="4048820"/>
            <a:ext cx="2330392" cy="1698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1,000+</a:t>
            </a:r>
            <a:endParaRPr lang="en-US" sz="950" dirty="0"/>
          </a:p>
        </p:txBody>
      </p:sp>
      <p:sp>
        <p:nvSpPr>
          <p:cNvPr id="24" name="Shape 17"/>
          <p:cNvSpPr/>
          <p:nvPr/>
        </p:nvSpPr>
        <p:spPr>
          <a:xfrm>
            <a:off x="3343886" y="3631704"/>
            <a:ext cx="2597085" cy="720328"/>
          </a:xfrm>
          <a:prstGeom prst="roundRect">
            <a:avLst>
              <a:gd name="adj" fmla="val 7405"/>
            </a:avLst>
          </a:prstGeom>
          <a:solidFill>
            <a:srgbClr val="E6DED2">
              <a:alpha val="50000"/>
            </a:srgbClr>
          </a:solidFill>
          <a:ln w="6350">
            <a:solidFill>
              <a:srgbClr val="CCC4B8"/>
            </a:solidFill>
            <a:prstDash val="solid"/>
          </a:ln>
          <a:effectLst>
            <a:outerShdw blurRad="127" dist="16510" dir="2700000" algn="bl" rotWithShape="0">
              <a:srgbClr val="CCC4B8">
                <a:alpha val="100000"/>
              </a:srgbClr>
            </a:outerShdw>
          </a:effectLst>
        </p:spPr>
      </p:sp>
      <p:sp>
        <p:nvSpPr>
          <p:cNvPr id="25" name="Text 18"/>
          <p:cNvSpPr/>
          <p:nvPr/>
        </p:nvSpPr>
        <p:spPr>
          <a:xfrm>
            <a:off x="3477233" y="3765054"/>
            <a:ext cx="2330392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kern="0" spc="-25" dirty="0">
                <a:solidFill>
                  <a:srgbClr val="000000"/>
                </a:solidFill>
                <a:latin typeface="Noto Serif Medium" pitchFamily="34" charset="0"/>
                <a:ea typeface="Noto Serif Medium" pitchFamily="34" charset="-122"/>
                <a:cs typeface="Noto Serif Medium" pitchFamily="34" charset="-120"/>
              </a:rPr>
              <a:t>Compliant</a:t>
            </a:r>
            <a:endParaRPr lang="en-US" sz="1200" dirty="0"/>
          </a:p>
        </p:txBody>
      </p:sp>
      <p:sp>
        <p:nvSpPr>
          <p:cNvPr id="26" name="Text 19"/>
          <p:cNvSpPr/>
          <p:nvPr/>
        </p:nvSpPr>
        <p:spPr>
          <a:xfrm>
            <a:off x="3477233" y="4048820"/>
            <a:ext cx="2330392" cy="1698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Tracked</a:t>
            </a:r>
            <a:endParaRPr lang="en-US" sz="950" dirty="0"/>
          </a:p>
        </p:txBody>
      </p:sp>
      <p:sp>
        <p:nvSpPr>
          <p:cNvPr id="27" name="Shape 20"/>
          <p:cNvSpPr/>
          <p:nvPr/>
        </p:nvSpPr>
        <p:spPr>
          <a:xfrm>
            <a:off x="661475" y="4437360"/>
            <a:ext cx="2597085" cy="720328"/>
          </a:xfrm>
          <a:prstGeom prst="roundRect">
            <a:avLst>
              <a:gd name="adj" fmla="val 7405"/>
            </a:avLst>
          </a:prstGeom>
          <a:solidFill>
            <a:srgbClr val="E6DED2">
              <a:alpha val="50000"/>
            </a:srgbClr>
          </a:solidFill>
          <a:ln w="6350">
            <a:solidFill>
              <a:srgbClr val="CCC4B8"/>
            </a:solidFill>
            <a:prstDash val="solid"/>
          </a:ln>
          <a:effectLst>
            <a:outerShdw blurRad="127" dist="16510" dir="2700000" algn="bl" rotWithShape="0">
              <a:srgbClr val="CCC4B8">
                <a:alpha val="100000"/>
              </a:srgbClr>
            </a:outerShdw>
          </a:effectLst>
        </p:spPr>
      </p:sp>
      <p:sp>
        <p:nvSpPr>
          <p:cNvPr id="28" name="Text 21"/>
          <p:cNvSpPr/>
          <p:nvPr/>
        </p:nvSpPr>
        <p:spPr>
          <a:xfrm>
            <a:off x="794822" y="4570710"/>
            <a:ext cx="2330392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kern="0" spc="-25" dirty="0">
                <a:solidFill>
                  <a:srgbClr val="000000"/>
                </a:solidFill>
                <a:latin typeface="Noto Serif Medium" pitchFamily="34" charset="0"/>
                <a:ea typeface="Noto Serif Medium" pitchFamily="34" charset="-122"/>
                <a:cs typeface="Noto Serif Medium" pitchFamily="34" charset="-120"/>
              </a:rPr>
              <a:t>Non-Compliant</a:t>
            </a:r>
            <a:endParaRPr lang="en-US" sz="1200" dirty="0"/>
          </a:p>
        </p:txBody>
      </p:sp>
      <p:sp>
        <p:nvSpPr>
          <p:cNvPr id="29" name="Text 22"/>
          <p:cNvSpPr/>
          <p:nvPr/>
        </p:nvSpPr>
        <p:spPr>
          <a:xfrm>
            <a:off x="794822" y="4854476"/>
            <a:ext cx="2330392" cy="1698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Flagged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3343886" y="4437360"/>
            <a:ext cx="2597085" cy="720328"/>
          </a:xfrm>
          <a:prstGeom prst="roundRect">
            <a:avLst>
              <a:gd name="adj" fmla="val 7405"/>
            </a:avLst>
          </a:prstGeom>
          <a:solidFill>
            <a:srgbClr val="E6DED2">
              <a:alpha val="50000"/>
            </a:srgbClr>
          </a:solidFill>
          <a:ln w="6350">
            <a:solidFill>
              <a:srgbClr val="CCC4B8"/>
            </a:solidFill>
            <a:prstDash val="solid"/>
          </a:ln>
          <a:effectLst>
            <a:outerShdw blurRad="127" dist="16510" dir="2700000" algn="bl" rotWithShape="0">
              <a:srgbClr val="CCC4B8">
                <a:alpha val="100000"/>
              </a:srgbClr>
            </a:outerShdw>
          </a:effectLst>
        </p:spPr>
      </p:sp>
      <p:sp>
        <p:nvSpPr>
          <p:cNvPr id="31" name="Text 24"/>
          <p:cNvSpPr/>
          <p:nvPr/>
        </p:nvSpPr>
        <p:spPr>
          <a:xfrm>
            <a:off x="3477233" y="4570710"/>
            <a:ext cx="2330392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kern="0" spc="-25" dirty="0">
                <a:solidFill>
                  <a:srgbClr val="000000"/>
                </a:solidFill>
                <a:latin typeface="Noto Serif Medium" pitchFamily="34" charset="0"/>
                <a:ea typeface="Noto Serif Medium" pitchFamily="34" charset="-122"/>
                <a:cs typeface="Noto Serif Medium" pitchFamily="34" charset="-120"/>
              </a:rPr>
              <a:t>Critical / High</a:t>
            </a:r>
            <a:endParaRPr lang="en-US" sz="1200" dirty="0"/>
          </a:p>
        </p:txBody>
      </p:sp>
      <p:sp>
        <p:nvSpPr>
          <p:cNvPr id="32" name="Text 25"/>
          <p:cNvSpPr/>
          <p:nvPr/>
        </p:nvSpPr>
        <p:spPr>
          <a:xfrm>
            <a:off x="3477233" y="4854476"/>
            <a:ext cx="2330392" cy="1698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Prioritized</a:t>
            </a:r>
            <a:endParaRPr lang="en-US" sz="950" dirty="0"/>
          </a:p>
        </p:txBody>
      </p:sp>
      <p:sp>
        <p:nvSpPr>
          <p:cNvPr id="33" name="Text 26"/>
          <p:cNvSpPr/>
          <p:nvPr/>
        </p:nvSpPr>
        <p:spPr>
          <a:xfrm>
            <a:off x="6257074" y="3337322"/>
            <a:ext cx="5279496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kern="0" spc="-25" dirty="0">
                <a:solidFill>
                  <a:srgbClr val="3A3A3A"/>
                </a:solidFill>
                <a:latin typeface="Noto Serif Medium" pitchFamily="34" charset="0"/>
                <a:ea typeface="Noto Serif Medium" pitchFamily="34" charset="-122"/>
                <a:cs typeface="Noto Serif Medium" pitchFamily="34" charset="-120"/>
              </a:rPr>
              <a:t>Remediation UI — Finding Card</a:t>
            </a:r>
            <a:endParaRPr lang="en-US" sz="1200" dirty="0"/>
          </a:p>
        </p:txBody>
      </p:sp>
      <p:sp>
        <p:nvSpPr>
          <p:cNvPr id="34" name="Shape 27"/>
          <p:cNvSpPr/>
          <p:nvPr/>
        </p:nvSpPr>
        <p:spPr>
          <a:xfrm>
            <a:off x="6257074" y="3631704"/>
            <a:ext cx="5279496" cy="1585119"/>
          </a:xfrm>
          <a:prstGeom prst="roundRect">
            <a:avLst>
              <a:gd name="adj" fmla="val 3365"/>
            </a:avLst>
          </a:prstGeom>
          <a:solidFill>
            <a:srgbClr val="FDFBF7"/>
          </a:solidFill>
          <a:ln w="19050">
            <a:solidFill>
              <a:srgbClr val="E6DED2"/>
            </a:solidFill>
            <a:prstDash val="solid"/>
          </a:ln>
          <a:effectLst>
            <a:outerShdw blurRad="127" dist="16510" dir="2700000" algn="bl" rotWithShape="0">
              <a:srgbClr val="E6DED2">
                <a:alpha val="100000"/>
              </a:srgbClr>
            </a:outerShdw>
          </a:effectLst>
        </p:spPr>
      </p:sp>
      <p:sp>
        <p:nvSpPr>
          <p:cNvPr id="35" name="Text 28"/>
          <p:cNvSpPr/>
          <p:nvPr/>
        </p:nvSpPr>
        <p:spPr>
          <a:xfrm>
            <a:off x="6403120" y="3777754"/>
            <a:ext cx="4987403" cy="204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kern="0" spc="-25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🔴</a:t>
            </a:r>
            <a:r>
              <a:rPr lang="en-US" sz="1200" kern="0" spc="-25" dirty="0">
                <a:solidFill>
                  <a:srgbClr val="4C4C4C"/>
                </a:solidFill>
                <a:latin typeface="Noto Serif Medium" pitchFamily="34" charset="0"/>
                <a:ea typeface="Noto Serif Medium" pitchFamily="34" charset="-122"/>
                <a:cs typeface="Noto Serif Medium" pitchFamily="34" charset="-120"/>
              </a:rPr>
              <a:t> HIGH RISK — Public SSH Access</a:t>
            </a:r>
            <a:endParaRPr lang="en-US" sz="1200" dirty="0"/>
          </a:p>
        </p:txBody>
      </p:sp>
      <p:sp>
        <p:nvSpPr>
          <p:cNvPr id="36" name="Text 29"/>
          <p:cNvSpPr/>
          <p:nvPr/>
        </p:nvSpPr>
        <p:spPr>
          <a:xfrm>
            <a:off x="6403120" y="4067870"/>
            <a:ext cx="4987403" cy="10029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950" b="1" dirty="0">
                <a:solidFill>
                  <a:srgbClr val="4C4C4C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Device:</a:t>
            </a:r>
            <a:r>
              <a:rPr lang="en-US" sz="95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Example Firewall</a:t>
            </a:r>
            <a:endParaRPr lang="en-US" sz="950" dirty="0"/>
          </a:p>
          <a:p>
            <a:pPr marL="0" indent="0" algn="l">
              <a:lnSpc>
                <a:spcPct val="111000"/>
              </a:lnSpc>
              <a:buNone/>
            </a:pPr>
            <a:r>
              <a:rPr lang="en-US" sz="950" b="1" dirty="0">
                <a:solidFill>
                  <a:srgbClr val="4C4C4C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Risk:</a:t>
            </a:r>
            <a:r>
              <a:rPr lang="en-US" sz="95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Unauthorized remote access</a:t>
            </a:r>
            <a:endParaRPr lang="en-US" sz="950" dirty="0"/>
          </a:p>
          <a:p>
            <a:pPr marL="0" indent="0" algn="l">
              <a:lnSpc>
                <a:spcPct val="111000"/>
              </a:lnSpc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4C4C4C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Fix:</a:t>
            </a:r>
            <a:r>
              <a:rPr lang="en-US" sz="95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Disable public SSH access</a:t>
            </a:r>
            <a:endParaRPr lang="en-US" sz="950" dirty="0"/>
          </a:p>
          <a:p>
            <a:pPr marL="0" indent="0" algn="l">
              <a:lnSpc>
                <a:spcPct val="111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[ Review Fix ] · [ Approve &amp; Apply ]</a:t>
            </a:r>
            <a:endParaRPr lang="en-US" sz="950" dirty="0"/>
          </a:p>
          <a:p>
            <a:pPr marL="0" indent="0" algn="l">
              <a:lnSpc>
                <a:spcPct val="111000"/>
              </a:lnSpc>
              <a:buNone/>
            </a:pPr>
            <a:r>
              <a:rPr lang="en-US" sz="95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Apply → Re-scan → Verify → </a:t>
            </a:r>
            <a:r>
              <a:rPr lang="en-US" sz="950" b="1" dirty="0">
                <a:solidFill>
                  <a:srgbClr val="4C4C4C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COMPLIANT</a:t>
            </a:r>
            <a:endParaRPr lang="en-US" sz="950" dirty="0"/>
          </a:p>
        </p:txBody>
      </p:sp>
      <p:sp>
        <p:nvSpPr>
          <p:cNvPr id="37" name="Text 30"/>
          <p:cNvSpPr/>
          <p:nvPr/>
        </p:nvSpPr>
        <p:spPr>
          <a:xfrm>
            <a:off x="851970" y="5504656"/>
            <a:ext cx="11287835" cy="1698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950" b="1" dirty="0">
                <a:solidFill>
                  <a:srgbClr val="4C4C4C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CyberConfig AI</a:t>
            </a:r>
            <a:r>
              <a:rPr lang="en-US" sz="95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makes multi-vendor network security auditing faster, scalable, explainable, and actionable.</a:t>
            </a:r>
            <a:endParaRPr lang="en-US" sz="950" dirty="0"/>
          </a:p>
        </p:txBody>
      </p:sp>
      <p:sp>
        <p:nvSpPr>
          <p:cNvPr id="38" name="Shape 31"/>
          <p:cNvSpPr/>
          <p:nvPr/>
        </p:nvSpPr>
        <p:spPr>
          <a:xfrm>
            <a:off x="661475" y="5408712"/>
            <a:ext cx="19050" cy="361752"/>
          </a:xfrm>
          <a:prstGeom prst="roundRect">
            <a:avLst>
              <a:gd name="adj" fmla="val 49999"/>
            </a:avLst>
          </a:prstGeom>
          <a:solidFill>
            <a:srgbClr val="9C9283"/>
          </a:solidFill>
          <a:ln/>
        </p:spPr>
      </p:sp>
      <p:sp>
        <p:nvSpPr>
          <p:cNvPr id="39" name="Text 32"/>
          <p:cNvSpPr/>
          <p:nvPr/>
        </p:nvSpPr>
        <p:spPr>
          <a:xfrm>
            <a:off x="661475" y="5866408"/>
            <a:ext cx="10868745" cy="435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1000"/>
              </a:lnSpc>
              <a:spcAft>
                <a:spcPts val="750"/>
              </a:spcAft>
              <a:buNone/>
            </a:pPr>
            <a:r>
              <a:rPr lang="en-US" sz="950" b="1" dirty="0">
                <a:solidFill>
                  <a:srgbClr val="4C4C4C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Detect → Explain → Fix → Verify → Learn</a:t>
            </a:r>
            <a:endParaRPr lang="en-US" sz="950" dirty="0"/>
          </a:p>
          <a:p>
            <a:pPr marL="0" indent="0" algn="l">
              <a:lnSpc>
                <a:spcPct val="111000"/>
              </a:lnSpc>
              <a:buNone/>
            </a:pPr>
            <a:r>
              <a:rPr lang="en-US" sz="950" b="1" dirty="0">
                <a:solidFill>
                  <a:srgbClr val="4C4C4C"/>
                </a:solidFill>
                <a:latin typeface="Noto Serif Bold" pitchFamily="34" charset="0"/>
                <a:ea typeface="Noto Serif Bold" pitchFamily="34" charset="-122"/>
                <a:cs typeface="Noto Serif Bold" pitchFamily="34" charset="-120"/>
              </a:rPr>
              <a:t>Cyber Shield</a:t>
            </a:r>
            <a:r>
              <a:rPr lang="en-US" sz="95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| SIH 2026 | SIH26155 | TID-306</a:t>
            </a:r>
            <a:endParaRPr lang="en-US" sz="950" dirty="0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A58853FD-F953-5D3A-2902-D852506771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9955" y="24654"/>
            <a:ext cx="2249850" cy="10623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14D0A3B8F62BC48B6DDDF0EFCE299B5" ma:contentTypeVersion="5" ma:contentTypeDescription="Create a new document." ma:contentTypeScope="" ma:versionID="4bb06c55d88247ade3c63e882359b86a">
  <xsd:schema xmlns:xsd="http://www.w3.org/2001/XMLSchema" xmlns:xs="http://www.w3.org/2001/XMLSchema" xmlns:p="http://schemas.microsoft.com/office/2006/metadata/properties" xmlns:ns3="f133ec99-7a70-4434-977c-dcc84890171a" targetNamespace="http://schemas.microsoft.com/office/2006/metadata/properties" ma:root="true" ma:fieldsID="50c35202391bb631da69b03c081f5eeb" ns3:_="">
    <xsd:import namespace="f133ec99-7a70-4434-977c-dcc84890171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133ec99-7a70-4434-977c-dcc84890171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f133ec99-7a70-4434-977c-dcc84890171a" xsi:nil="true"/>
  </documentManagement>
</p:properties>
</file>

<file path=customXml/itemProps1.xml><?xml version="1.0" encoding="utf-8"?>
<ds:datastoreItem xmlns:ds="http://schemas.openxmlformats.org/officeDocument/2006/customXml" ds:itemID="{C06B9455-B8CC-4FBB-9638-D3FAB087B4F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651BC2B-F389-42D4-B5C7-B1E7E843624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133ec99-7a70-4434-977c-dcc84890171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FC48453-CC74-4371-9D94-AFF69EA6C057}">
  <ds:schemaRefs>
    <ds:schemaRef ds:uri="http://purl.org/dc/terms/"/>
    <ds:schemaRef ds:uri="http://www.w3.org/XML/1998/namespace"/>
    <ds:schemaRef ds:uri="f133ec99-7a70-4434-977c-dcc84890171a"/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181</TotalTime>
  <Words>531</Words>
  <Application>Microsoft Office PowerPoint</Application>
  <PresentationFormat>Widescreen</PresentationFormat>
  <Paragraphs>118</Paragraphs>
  <Slides>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Twemoji Mozilla</vt:lpstr>
      <vt:lpstr>Arial</vt:lpstr>
      <vt:lpstr>Noto Serif</vt:lpstr>
      <vt:lpstr>Aptos</vt:lpstr>
      <vt:lpstr>Noto Serif Bold</vt:lpstr>
      <vt:lpstr>Noto Serif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Govind Kushwaha 25scse1011126</cp:lastModifiedBy>
  <cp:revision>2</cp:revision>
  <dcterms:created xsi:type="dcterms:W3CDTF">2026-09-07T08:40:33Z</dcterms:created>
  <dcterms:modified xsi:type="dcterms:W3CDTF">2026-09-08T09:09:26Z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0x010100514D0A3B8F62BC48B6DDDF0EFCE299B5</vt:lpwstr>
  </property>
</Properties>
</file>